
<file path=[Content_Types].xml><?xml version="1.0" encoding="utf-8"?>
<Types xmlns="http://schemas.openxmlformats.org/package/2006/content-types">
  <Default Extension="jpeg" ContentType="image/jpeg"/>
  <Default Extension="jpg" ContentType="image/jpeg"/>
  <Default Extension="m4a" ContentType="audio/mp4"/>
  <Default Extension="mp4" ContentType="video/mp4"/>
  <Default Extension="png" ContentType="image/png"/>
  <Default Extension="rels" ContentType="application/vnd.openxmlformats-package.relationships+xml"/>
  <Default Extension="svg" ContentType="image/svg+xml"/>
  <Default Extension="wav" ContentType="audio/x-wav"/>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handoutMasterIdLst>
    <p:handoutMasterId r:id="rId25"/>
  </p:handoutMasterIdLst>
  <p:sldIdLst>
    <p:sldId id="2568" r:id="rId2"/>
    <p:sldId id="2552" r:id="rId3"/>
    <p:sldId id="2553" r:id="rId4"/>
    <p:sldId id="2554" r:id="rId5"/>
    <p:sldId id="2548" r:id="rId6"/>
    <p:sldId id="2558" r:id="rId7"/>
    <p:sldId id="2562" r:id="rId8"/>
    <p:sldId id="2537" r:id="rId9"/>
    <p:sldId id="2555" r:id="rId10"/>
    <p:sldId id="2567" r:id="rId11"/>
    <p:sldId id="2561" r:id="rId12"/>
    <p:sldId id="2551" r:id="rId13"/>
    <p:sldId id="2556" r:id="rId14"/>
    <p:sldId id="2559" r:id="rId15"/>
    <p:sldId id="2563" r:id="rId16"/>
    <p:sldId id="271" r:id="rId17"/>
    <p:sldId id="2565" r:id="rId18"/>
    <p:sldId id="2566" r:id="rId19"/>
    <p:sldId id="272" r:id="rId20"/>
    <p:sldId id="2547" r:id="rId21"/>
    <p:sldId id="2564" r:id="rId22"/>
    <p:sldId id="2560" r:id="rId23"/>
  </p:sldIdLst>
  <p:sldSz cx="12192000" cy="6858000"/>
  <p:notesSz cx="6858000" cy="9144000"/>
  <p:custDataLst>
    <p:tags r:id="rId26"/>
  </p:custDataLst>
  <p:defaultTextStyle>
    <a:defPPr rtl="0">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AE76"/>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34" autoAdjust="0"/>
  </p:normalViewPr>
  <p:slideViewPr>
    <p:cSldViewPr snapToGrid="0">
      <p:cViewPr varScale="1">
        <p:scale>
          <a:sx n="83" d="100"/>
          <a:sy n="83" d="100"/>
        </p:scale>
        <p:origin x="58" y="219"/>
      </p:cViewPr>
      <p:guideLst/>
    </p:cSldViewPr>
  </p:slideViewPr>
  <p:notesTextViewPr>
    <p:cViewPr>
      <p:scale>
        <a:sx n="1" d="1"/>
        <a:sy n="1" d="1"/>
      </p:scale>
      <p:origin x="0" y="0"/>
    </p:cViewPr>
  </p:notesTextViewPr>
  <p:notesViewPr>
    <p:cSldViewPr snapToGrid="0">
      <p:cViewPr varScale="1">
        <p:scale>
          <a:sx n="87" d="100"/>
          <a:sy n="87" d="100"/>
        </p:scale>
        <p:origin x="3090"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销售人员</c:v>
                </c:pt>
              </c:strCache>
            </c:strRef>
          </c:tx>
          <c:spPr>
            <a:ln w="19050">
              <a:noFill/>
            </a:ln>
          </c:spPr>
          <c:dPt>
            <c:idx val="0"/>
            <c:bubble3D val="0"/>
            <c:spPr>
              <a:solidFill>
                <a:schemeClr val="accent1"/>
              </a:solidFill>
              <a:ln w="19050">
                <a:noFill/>
              </a:ln>
              <a:effectLst/>
            </c:spPr>
            <c:extLst>
              <c:ext xmlns:c16="http://schemas.microsoft.com/office/drawing/2014/chart" uri="{C3380CC4-5D6E-409C-BE32-E72D297353CC}">
                <c16:uniqueId val="{00000001-F4F0-4F14-8A25-83FD84ED0F7B}"/>
              </c:ext>
            </c:extLst>
          </c:dPt>
          <c:dPt>
            <c:idx val="1"/>
            <c:bubble3D val="0"/>
            <c:spPr>
              <a:solidFill>
                <a:schemeClr val="accent2"/>
              </a:solidFill>
              <a:ln w="19050">
                <a:noFill/>
              </a:ln>
              <a:effectLst/>
            </c:spPr>
            <c:extLst>
              <c:ext xmlns:c16="http://schemas.microsoft.com/office/drawing/2014/chart" uri="{C3380CC4-5D6E-409C-BE32-E72D297353CC}">
                <c16:uniqueId val="{00000003-F4F0-4F14-8A25-83FD84ED0F7B}"/>
              </c:ext>
            </c:extLst>
          </c:dPt>
          <c:dPt>
            <c:idx val="2"/>
            <c:bubble3D val="0"/>
            <c:spPr>
              <a:solidFill>
                <a:schemeClr val="accent3"/>
              </a:solidFill>
              <a:ln w="19050">
                <a:noFill/>
              </a:ln>
              <a:effectLst/>
            </c:spPr>
            <c:extLst>
              <c:ext xmlns:c16="http://schemas.microsoft.com/office/drawing/2014/chart" uri="{C3380CC4-5D6E-409C-BE32-E72D297353CC}">
                <c16:uniqueId val="{00000005-F4F0-4F14-8A25-83FD84ED0F7B}"/>
              </c:ext>
            </c:extLst>
          </c:dPt>
          <c:dPt>
            <c:idx val="3"/>
            <c:bubble3D val="0"/>
            <c:spPr>
              <a:solidFill>
                <a:schemeClr val="accent4"/>
              </a:solidFill>
              <a:ln w="19050">
                <a:noFill/>
              </a:ln>
              <a:effectLst/>
            </c:spPr>
            <c:extLst>
              <c:ext xmlns:c16="http://schemas.microsoft.com/office/drawing/2014/chart" uri="{C3380CC4-5D6E-409C-BE32-E72D297353CC}">
                <c16:uniqueId val="{00000007-F4F0-4F14-8A25-83FD84ED0F7B}"/>
              </c:ext>
            </c:extLst>
          </c:dPt>
          <c:dLbls>
            <c:dLbl>
              <c:idx val="0"/>
              <c:layout>
                <c:manualLayout>
                  <c:x val="9.2629539280486103E-2"/>
                  <c:y val="0.1111459274492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4F0-4F14-8A25-83FD84ED0F7B}"/>
                </c:ext>
              </c:extLst>
            </c:dLbl>
            <c:dLbl>
              <c:idx val="1"/>
              <c:layout>
                <c:manualLayout>
                  <c:x val="-0.123506052373981"/>
                  <c:y val="9.423241675042559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4F0-4F14-8A25-83FD84ED0F7B}"/>
                </c:ext>
              </c:extLst>
            </c:dLbl>
            <c:dLbl>
              <c:idx val="2"/>
              <c:layout>
                <c:manualLayout>
                  <c:x val="-0.123506052373981"/>
                  <c:y val="-7.7318906051631303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F4F0-4F14-8A25-83FD84ED0F7B}"/>
                </c:ext>
              </c:extLst>
            </c:dLbl>
            <c:dLbl>
              <c:idx val="3"/>
              <c:layout>
                <c:manualLayout>
                  <c:x val="-5.7893462050303802E-2"/>
                  <c:y val="-0.1111459274492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F4F0-4F14-8A25-83FD84ED0F7B}"/>
                </c:ext>
              </c:extLst>
            </c:dLbl>
            <c:spPr>
              <a:noFill/>
              <a:ln>
                <a:noFill/>
              </a:ln>
              <a:effectLst/>
            </c:spPr>
            <c:txPr>
              <a:bodyPr rot="0" spcFirstLastPara="1" vertOverflow="ellipsis" vert="horz" wrap="square" lIns="38100" tIns="19050" rIns="38100" bIns="19050" anchor="ctr" anchorCtr="1"/>
              <a:lstStyle/>
              <a:p>
                <a:pPr>
                  <a:defRPr lang="zh-CN" sz="1195" b="0" i="0" u="none" strike="noStrike" kern="1200" baseline="0" noProof="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pPr>
                <a:endParaRPr lang="zh-CN"/>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一</c:v>
                </c:pt>
                <c:pt idx="1">
                  <c:v>二</c:v>
                </c:pt>
                <c:pt idx="2">
                  <c:v>三</c:v>
                </c:pt>
                <c:pt idx="3">
                  <c:v>四</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F4F0-4F14-8A25-83FD84ED0F7B}"/>
            </c:ext>
          </c:extLst>
        </c:ser>
        <c:dLbls>
          <c:showLegendKey val="0"/>
          <c:showVal val="0"/>
          <c:showCatName val="0"/>
          <c:showSerName val="0"/>
          <c:showPercent val="0"/>
          <c:showBubbleSize val="0"/>
          <c:showLeaderLines val="1"/>
        </c:dLbls>
        <c:firstSliceAng val="0"/>
        <c:holeSize val="84"/>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noProof="0">
              <a:solidFill>
                <a:schemeClr val="tx1">
                  <a:lumMod val="65000"/>
                  <a:lumOff val="35000"/>
                </a:schemeClr>
              </a:solidFill>
              <a:latin typeface="Microsoft YaHei UI" panose="020B0503020204020204" pitchFamily="34" charset="-122"/>
              <a:ea typeface="Microsoft YaHei UI" panose="020B0503020204020204" pitchFamily="34" charset="-122"/>
              <a:cs typeface="+mn-cs"/>
            </a:defRPr>
          </a:pPr>
          <a:endParaRPr lang="zh-CN"/>
        </a:p>
      </c:txPr>
    </c:legend>
    <c:plotVisOnly val="1"/>
    <c:dispBlanksAs val="gap"/>
    <c:showDLblsOverMax val="0"/>
  </c:chart>
  <c:spPr>
    <a:noFill/>
    <a:ln>
      <a:noFill/>
    </a:ln>
    <a:effectLst/>
  </c:spPr>
  <c:txPr>
    <a:bodyPr/>
    <a:lstStyle/>
    <a:p>
      <a:pPr>
        <a:defRPr lang="zh-CN" noProof="0">
          <a:latin typeface="Microsoft YaHei UI" panose="020B0503020204020204" pitchFamily="34" charset="-122"/>
          <a:ea typeface="Microsoft YaHei UI" panose="020B0503020204020204"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image" Target="../media/image6.svg"/></Relationships>
</file>

<file path=ppt/diagrams/_rels/data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image" Target="../media/image19.svg"/><Relationship Id="rId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image" Target="../media/image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image" Target="../media/image19.sv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EBC1820-0E7C-4CC8-AF32-90D056649DDF}" type="doc">
      <dgm:prSet loTypeId="urn:microsoft.com/office/officeart/2018/2/layout/IconVerticalSolidList" loCatId="icon" qsTypeId="urn:microsoft.com/office/officeart/2005/8/quickstyle/simple1#1" qsCatId="simple" csTypeId="urn:microsoft.com/office/officeart/2018/5/colors/Iconchunking_neutralicontext_colorful1" csCatId="colorful" phldr="1"/>
      <dgm:spPr/>
      <dgm:t>
        <a:bodyPr rtlCol="0"/>
        <a:lstStyle/>
        <a:p>
          <a:pPr rtl="0"/>
          <a:endParaRPr lang="en-US"/>
        </a:p>
      </dgm:t>
    </dgm:pt>
    <dgm:pt modelId="{FB4A9FD8-F785-44C2-9FDE-4644D2939FC9}">
      <dgm:prSet/>
      <dgm:spPr/>
      <dgm:t>
        <a:bodyPr rtlCol="0"/>
        <a:lstStyle/>
        <a:p>
          <a:pPr rtl="0"/>
          <a:r>
            <a:rPr lang="zh-CN" altLang="en-US" noProof="0" dirty="0">
              <a:solidFill>
                <a:schemeClr val="tx1"/>
              </a:solidFill>
              <a:latin typeface="Microsoft YaHei UI" panose="020B0503020204020204" pitchFamily="34" charset="-122"/>
              <a:ea typeface="Microsoft YaHei UI" panose="020B0503020204020204" pitchFamily="34" charset="-122"/>
            </a:rPr>
            <a:t>相关研究</a:t>
          </a:r>
        </a:p>
      </dgm:t>
    </dgm:pt>
    <dgm:pt modelId="{3811FAB2-DEC4-40CD-B436-1EA2FF424EC6}" type="parTrans" cxnId="{0BFF8536-7CDC-402B-BB87-1C975AE3F3C5}">
      <dgm:prSet/>
      <dgm:spPr/>
      <dgm:t>
        <a:bodyPr rtlCol="0"/>
        <a:lstStyle/>
        <a:p>
          <a:pPr rtl="0"/>
          <a:endParaRPr lang="zh-CN" altLang="en-US" noProof="0" dirty="0">
            <a:solidFill>
              <a:schemeClr val="tx1"/>
            </a:solidFill>
            <a:latin typeface="Microsoft YaHei UI" panose="020B0503020204020204" pitchFamily="34" charset="-122"/>
            <a:ea typeface="Microsoft YaHei UI" panose="020B0503020204020204" pitchFamily="34" charset="-122"/>
          </a:endParaRPr>
        </a:p>
      </dgm:t>
    </dgm:pt>
    <dgm:pt modelId="{FEBF54AD-35F6-4AEC-B3E6-42CEA4068404}" type="sibTrans" cxnId="{0BFF8536-7CDC-402B-BB87-1C975AE3F3C5}">
      <dgm:prSet/>
      <dgm:spPr/>
      <dgm:t>
        <a:bodyPr rtlCol="0"/>
        <a:lstStyle/>
        <a:p>
          <a:pPr rtl="0"/>
          <a:endParaRPr lang="zh-CN" altLang="en-US" noProof="0" dirty="0">
            <a:solidFill>
              <a:schemeClr val="tx1"/>
            </a:solidFill>
            <a:latin typeface="Microsoft YaHei UI" panose="020B0503020204020204" pitchFamily="34" charset="-122"/>
            <a:ea typeface="Microsoft YaHei UI" panose="020B0503020204020204" pitchFamily="34" charset="-122"/>
          </a:endParaRPr>
        </a:p>
      </dgm:t>
    </dgm:pt>
    <dgm:pt modelId="{658DB0DD-496D-48FB-8B5A-ACAA73AC9B72}">
      <dgm:prSet/>
      <dgm:spPr/>
      <dgm:t>
        <a:bodyPr rtlCol="0"/>
        <a:lstStyle/>
        <a:p>
          <a:pPr rtl="0"/>
          <a:r>
            <a:rPr lang="zh-CN" altLang="en-US" noProof="0" dirty="0">
              <a:solidFill>
                <a:schemeClr val="tx1"/>
              </a:solidFill>
              <a:latin typeface="Microsoft YaHei UI" panose="020B0503020204020204" pitchFamily="34" charset="-122"/>
              <a:ea typeface="Microsoft YaHei UI" panose="020B0503020204020204" pitchFamily="34" charset="-122"/>
            </a:rPr>
            <a:t>作用机制</a:t>
          </a:r>
        </a:p>
      </dgm:t>
    </dgm:pt>
    <dgm:pt modelId="{9A45E2A2-9212-4296-A561-44FEB6723FA9}" type="parTrans" cxnId="{FA3688ED-5322-4AB2-8ECC-1874D8B53532}">
      <dgm:prSet/>
      <dgm:spPr/>
      <dgm:t>
        <a:bodyPr rtlCol="0"/>
        <a:lstStyle/>
        <a:p>
          <a:pPr rtl="0"/>
          <a:endParaRPr lang="zh-CN" altLang="en-US" noProof="0" dirty="0">
            <a:solidFill>
              <a:schemeClr val="tx1"/>
            </a:solidFill>
            <a:latin typeface="Microsoft YaHei UI" panose="020B0503020204020204" pitchFamily="34" charset="-122"/>
            <a:ea typeface="Microsoft YaHei UI" panose="020B0503020204020204" pitchFamily="34" charset="-122"/>
          </a:endParaRPr>
        </a:p>
      </dgm:t>
    </dgm:pt>
    <dgm:pt modelId="{22C41B1D-4A52-4229-ADBC-7E4C5E5C3B73}" type="sibTrans" cxnId="{FA3688ED-5322-4AB2-8ECC-1874D8B53532}">
      <dgm:prSet/>
      <dgm:spPr/>
      <dgm:t>
        <a:bodyPr rtlCol="0"/>
        <a:lstStyle/>
        <a:p>
          <a:pPr rtl="0"/>
          <a:endParaRPr lang="zh-CN" altLang="en-US" noProof="0" dirty="0">
            <a:solidFill>
              <a:schemeClr val="tx1"/>
            </a:solidFill>
            <a:latin typeface="Microsoft YaHei UI" panose="020B0503020204020204" pitchFamily="34" charset="-122"/>
            <a:ea typeface="Microsoft YaHei UI" panose="020B0503020204020204" pitchFamily="34" charset="-122"/>
          </a:endParaRPr>
        </a:p>
      </dgm:t>
    </dgm:pt>
    <dgm:pt modelId="{62B988CA-B890-45A0-A09D-F938A17DC46E}" type="pres">
      <dgm:prSet presAssocID="{FEBC1820-0E7C-4CC8-AF32-90D056649DDF}" presName="root" presStyleCnt="0">
        <dgm:presLayoutVars>
          <dgm:dir/>
          <dgm:resizeHandles val="exact"/>
        </dgm:presLayoutVars>
      </dgm:prSet>
      <dgm:spPr/>
    </dgm:pt>
    <dgm:pt modelId="{D13F0E0E-FE7F-47BA-904E-1B6FD1466123}" type="pres">
      <dgm:prSet presAssocID="{FB4A9FD8-F785-44C2-9FDE-4644D2939FC9}" presName="compNode" presStyleCnt="0"/>
      <dgm:spPr/>
    </dgm:pt>
    <dgm:pt modelId="{55211292-5724-4CF3-9B68-C9C37D007AE6}" type="pres">
      <dgm:prSet presAssocID="{FB4A9FD8-F785-44C2-9FDE-4644D2939FC9}" presName="bgRect" presStyleLbl="bgShp" presStyleIdx="0" presStyleCnt="2"/>
      <dgm:spPr>
        <a:xfrm>
          <a:off x="0" y="849991"/>
          <a:ext cx="5906181" cy="1569215"/>
        </a:xfrm>
        <a:prstGeom prst="rect">
          <a:avLst/>
        </a:prstGeom>
        <a:noFill/>
        <a:ln w="38100" cap="sq" cmpd="dbl">
          <a:noFill/>
          <a:prstDash val="solid"/>
          <a:miter lim="800000"/>
        </a:ln>
        <a:effectLst/>
      </dgm:spPr>
    </dgm:pt>
    <dgm:pt modelId="{863410B7-CA0F-43F4-960E-9DA7059AF511}" type="pres">
      <dgm:prSet presAssocID="{FB4A9FD8-F785-44C2-9FDE-4644D2939FC9}" presName="iconRect" presStyleLbl="node1" presStyleIdx="0" presStyleCnt="2"/>
      <dgm:spPr>
        <a:blipFill>
          <a:blip xmlns:r="http://schemas.openxmlformats.org/officeDocument/2006/relationships">
            <a:extLst>
              <a:ext uri="{96DAC541-7B7A-43D3-8B79-37D633B846F1}">
                <asvg:svgBlip xmlns:asvg="http://schemas.microsoft.com/office/drawing/2016/SVG/main" r:embed="rId1"/>
              </a:ext>
            </a:extLst>
          </a:blip>
          <a:stretch>
            <a:fillRect/>
          </a:stretch>
        </a:blipFill>
        <a:ln>
          <a:noFill/>
        </a:ln>
      </dgm:spPr>
    </dgm:pt>
    <dgm:pt modelId="{D9898D1A-E064-4261-B88A-4EB8AC0EA74E}" type="pres">
      <dgm:prSet presAssocID="{FB4A9FD8-F785-44C2-9FDE-4644D2939FC9}" presName="spaceRect" presStyleCnt="0"/>
      <dgm:spPr/>
    </dgm:pt>
    <dgm:pt modelId="{9B72B821-D3EB-46EE-BCA0-DA5A1D91AF84}" type="pres">
      <dgm:prSet presAssocID="{FB4A9FD8-F785-44C2-9FDE-4644D2939FC9}" presName="parTx" presStyleLbl="revTx" presStyleIdx="0" presStyleCnt="2">
        <dgm:presLayoutVars>
          <dgm:chMax val="0"/>
          <dgm:chPref val="0"/>
        </dgm:presLayoutVars>
      </dgm:prSet>
      <dgm:spPr/>
    </dgm:pt>
    <dgm:pt modelId="{025FFD97-9CE9-4F1F-BFB2-1B08A76669C0}" type="pres">
      <dgm:prSet presAssocID="{FEBF54AD-35F6-4AEC-B3E6-42CEA4068404}" presName="sibTrans" presStyleCnt="0"/>
      <dgm:spPr/>
    </dgm:pt>
    <dgm:pt modelId="{E0BD8FEF-3692-47A7-9253-82960931F6B7}" type="pres">
      <dgm:prSet presAssocID="{658DB0DD-496D-48FB-8B5A-ACAA73AC9B72}" presName="compNode" presStyleCnt="0"/>
      <dgm:spPr/>
    </dgm:pt>
    <dgm:pt modelId="{5EDC32A8-8A30-43AA-B28C-4DE1051927E9}" type="pres">
      <dgm:prSet presAssocID="{658DB0DD-496D-48FB-8B5A-ACAA73AC9B72}" presName="bgRect" presStyleLbl="bgShp" presStyleIdx="1" presStyleCnt="2"/>
      <dgm:spPr>
        <a:xfrm>
          <a:off x="0" y="2811510"/>
          <a:ext cx="5906181" cy="1569215"/>
        </a:xfrm>
        <a:prstGeom prst="rect">
          <a:avLst/>
        </a:prstGeom>
        <a:noFill/>
        <a:ln w="38100" cap="sq" cmpd="dbl">
          <a:noFill/>
          <a:prstDash val="solid"/>
          <a:miter lim="800000"/>
        </a:ln>
        <a:effectLst/>
      </dgm:spPr>
    </dgm:pt>
    <dgm:pt modelId="{6AC72B6A-45B7-4ABB-9EFD-F5AC17DE9608}" type="pres">
      <dgm:prSet presAssocID="{658DB0DD-496D-48FB-8B5A-ACAA73AC9B72}" presName="iconRect" presStyleLbl="node1" presStyleIdx="1" presStyleCnt="2"/>
      <dgm:spPr>
        <a:blipFill>
          <a:blip xmlns:r="http://schemas.openxmlformats.org/officeDocument/2006/relationships">
            <a:extLst>
              <a:ext uri="{96DAC541-7B7A-43D3-8B79-37D633B846F1}">
                <asvg:svgBlip xmlns:asvg="http://schemas.microsoft.com/office/drawing/2016/SVG/main" r:embed="rId2"/>
              </a:ext>
            </a:extLst>
          </a:blip>
          <a:stretch>
            <a:fillRect/>
          </a:stretch>
        </a:blipFill>
        <a:ln>
          <a:noFill/>
        </a:ln>
      </dgm:spPr>
    </dgm:pt>
    <dgm:pt modelId="{C3CD3599-88DE-4DEB-81BF-520379977D7B}" type="pres">
      <dgm:prSet presAssocID="{658DB0DD-496D-48FB-8B5A-ACAA73AC9B72}" presName="spaceRect" presStyleCnt="0"/>
      <dgm:spPr/>
    </dgm:pt>
    <dgm:pt modelId="{E7286CCF-EBB1-4A29-B240-4BC3DA177E84}" type="pres">
      <dgm:prSet presAssocID="{658DB0DD-496D-48FB-8B5A-ACAA73AC9B72}" presName="parTx" presStyleLbl="revTx" presStyleIdx="1" presStyleCnt="2">
        <dgm:presLayoutVars>
          <dgm:chMax val="0"/>
          <dgm:chPref val="0"/>
        </dgm:presLayoutVars>
      </dgm:prSet>
      <dgm:spPr/>
    </dgm:pt>
  </dgm:ptLst>
  <dgm:cxnLst>
    <dgm:cxn modelId="{0BFF8536-7CDC-402B-BB87-1C975AE3F3C5}" srcId="{FEBC1820-0E7C-4CC8-AF32-90D056649DDF}" destId="{FB4A9FD8-F785-44C2-9FDE-4644D2939FC9}" srcOrd="0" destOrd="0" parTransId="{3811FAB2-DEC4-40CD-B436-1EA2FF424EC6}" sibTransId="{FEBF54AD-35F6-4AEC-B3E6-42CEA4068404}"/>
    <dgm:cxn modelId="{940E105F-883F-44D4-9F56-0B7FE14915E9}" type="presOf" srcId="{658DB0DD-496D-48FB-8B5A-ACAA73AC9B72}" destId="{E7286CCF-EBB1-4A29-B240-4BC3DA177E84}" srcOrd="0" destOrd="0" presId="urn:microsoft.com/office/officeart/2018/2/layout/IconVerticalSolidList"/>
    <dgm:cxn modelId="{61977E78-748F-4B5D-8121-664EFC829AE6}" type="presOf" srcId="{FB4A9FD8-F785-44C2-9FDE-4644D2939FC9}" destId="{9B72B821-D3EB-46EE-BCA0-DA5A1D91AF84}" srcOrd="0" destOrd="0" presId="urn:microsoft.com/office/officeart/2018/2/layout/IconVerticalSolidList"/>
    <dgm:cxn modelId="{FA3688ED-5322-4AB2-8ECC-1874D8B53532}" srcId="{FEBC1820-0E7C-4CC8-AF32-90D056649DDF}" destId="{658DB0DD-496D-48FB-8B5A-ACAA73AC9B72}" srcOrd="1" destOrd="0" parTransId="{9A45E2A2-9212-4296-A561-44FEB6723FA9}" sibTransId="{22C41B1D-4A52-4229-ADBC-7E4C5E5C3B73}"/>
    <dgm:cxn modelId="{1ABD34FB-5C70-4EF9-A5D8-322B9B4207E4}" type="presOf" srcId="{FEBC1820-0E7C-4CC8-AF32-90D056649DDF}" destId="{62B988CA-B890-45A0-A09D-F938A17DC46E}" srcOrd="0" destOrd="0" presId="urn:microsoft.com/office/officeart/2018/2/layout/IconVerticalSolidList"/>
    <dgm:cxn modelId="{0AB8BE59-62C3-4D52-852D-3357A42DC1CB}" type="presParOf" srcId="{62B988CA-B890-45A0-A09D-F938A17DC46E}" destId="{D13F0E0E-FE7F-47BA-904E-1B6FD1466123}" srcOrd="0" destOrd="0" presId="urn:microsoft.com/office/officeart/2018/2/layout/IconVerticalSolidList"/>
    <dgm:cxn modelId="{40248949-64A5-44F1-9329-14F317069236}" type="presParOf" srcId="{D13F0E0E-FE7F-47BA-904E-1B6FD1466123}" destId="{55211292-5724-4CF3-9B68-C9C37D007AE6}" srcOrd="0" destOrd="0" presId="urn:microsoft.com/office/officeart/2018/2/layout/IconVerticalSolidList"/>
    <dgm:cxn modelId="{C7EA334F-CBDA-4D2C-9DA9-FD467FB1B932}" type="presParOf" srcId="{D13F0E0E-FE7F-47BA-904E-1B6FD1466123}" destId="{863410B7-CA0F-43F4-960E-9DA7059AF511}" srcOrd="1" destOrd="0" presId="urn:microsoft.com/office/officeart/2018/2/layout/IconVerticalSolidList"/>
    <dgm:cxn modelId="{926CA147-421B-4FCE-94A0-03F7BC3DCFE1}" type="presParOf" srcId="{D13F0E0E-FE7F-47BA-904E-1B6FD1466123}" destId="{D9898D1A-E064-4261-B88A-4EB8AC0EA74E}" srcOrd="2" destOrd="0" presId="urn:microsoft.com/office/officeart/2018/2/layout/IconVerticalSolidList"/>
    <dgm:cxn modelId="{00D14914-C13B-4223-9651-F5BE3FB276F6}" type="presParOf" srcId="{D13F0E0E-FE7F-47BA-904E-1B6FD1466123}" destId="{9B72B821-D3EB-46EE-BCA0-DA5A1D91AF84}" srcOrd="3" destOrd="0" presId="urn:microsoft.com/office/officeart/2018/2/layout/IconVerticalSolidList"/>
    <dgm:cxn modelId="{920DD7CD-897E-4B37-BD43-A1B2E58CE2CB}" type="presParOf" srcId="{62B988CA-B890-45A0-A09D-F938A17DC46E}" destId="{025FFD97-9CE9-4F1F-BFB2-1B08A76669C0}" srcOrd="1" destOrd="0" presId="urn:microsoft.com/office/officeart/2018/2/layout/IconVerticalSolidList"/>
    <dgm:cxn modelId="{77849E9C-8FA9-46BD-AF4D-35721A917D7D}" type="presParOf" srcId="{62B988CA-B890-45A0-A09D-F938A17DC46E}" destId="{E0BD8FEF-3692-47A7-9253-82960931F6B7}" srcOrd="2" destOrd="0" presId="urn:microsoft.com/office/officeart/2018/2/layout/IconVerticalSolidList"/>
    <dgm:cxn modelId="{E81A4F51-8CB5-43FA-916F-E102953BCAC4}" type="presParOf" srcId="{E0BD8FEF-3692-47A7-9253-82960931F6B7}" destId="{5EDC32A8-8A30-43AA-B28C-4DE1051927E9}" srcOrd="0" destOrd="0" presId="urn:microsoft.com/office/officeart/2018/2/layout/IconVerticalSolidList"/>
    <dgm:cxn modelId="{AD227CB4-5B9B-4BE2-BA14-9989AF96D370}" type="presParOf" srcId="{E0BD8FEF-3692-47A7-9253-82960931F6B7}" destId="{6AC72B6A-45B7-4ABB-9EFD-F5AC17DE9608}" srcOrd="1" destOrd="0" presId="urn:microsoft.com/office/officeart/2018/2/layout/IconVerticalSolidList"/>
    <dgm:cxn modelId="{4E154464-E1AA-488E-BD2F-70AF214AC0E4}" type="presParOf" srcId="{E0BD8FEF-3692-47A7-9253-82960931F6B7}" destId="{C3CD3599-88DE-4DEB-81BF-520379977D7B}" srcOrd="2" destOrd="0" presId="urn:microsoft.com/office/officeart/2018/2/layout/IconVerticalSolidList"/>
    <dgm:cxn modelId="{A4329523-DF54-4571-9B6A-0350FE851B90}" type="presParOf" srcId="{E0BD8FEF-3692-47A7-9253-82960931F6B7}" destId="{E7286CCF-EBB1-4A29-B240-4BC3DA177E8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085546-7C7C-4B3E-ABEB-2669F1A65FB2}" type="doc">
      <dgm:prSet loTypeId="urn:microsoft.com/office/officeart/2017/3/layout/DropPinTimeline" loCatId="process" qsTypeId="urn:microsoft.com/office/officeart/2005/8/quickstyle/simple2#1" qsCatId="simple" csTypeId="urn:microsoft.com/office/officeart/2005/8/colors/accent1_2#1" csCatId="accent1" phldr="1"/>
      <dgm:spPr/>
      <dgm:t>
        <a:bodyPr rtlCol="0"/>
        <a:lstStyle/>
        <a:p>
          <a:pPr rtl="0"/>
          <a:endParaRPr lang="en-US"/>
        </a:p>
      </dgm:t>
    </dgm:pt>
    <dgm:pt modelId="{9DCEA5FC-4640-45AF-B712-7A4FD94AEF0D}">
      <dgm:prSet phldrT="[Text]" custT="1"/>
      <dgm:spPr/>
      <dgm:t>
        <a:bodyPr rtlCol="0"/>
        <a:lstStyle/>
        <a:p>
          <a:r>
            <a:rPr lang="en-US" altLang="zh-CN" sz="1600" b="1" noProof="0" dirty="0">
              <a:solidFill>
                <a:schemeClr val="bg1"/>
              </a:solidFill>
              <a:latin typeface="Microsoft YaHei UI" panose="020B0503020204020204" pitchFamily="34" charset="-122"/>
              <a:ea typeface="Microsoft YaHei UI" panose="020B0503020204020204" pitchFamily="34" charset="-122"/>
            </a:rPr>
            <a:t>1</a:t>
          </a:r>
          <a:endParaRPr lang="zh-CN" altLang="en-US" sz="1100" noProof="0" dirty="0">
            <a:solidFill>
              <a:schemeClr val="bg1"/>
            </a:solidFill>
            <a:latin typeface="Microsoft YaHei UI" panose="020B0503020204020204" pitchFamily="34" charset="-122"/>
            <a:ea typeface="Microsoft YaHei UI" panose="020B0503020204020204" pitchFamily="34" charset="-122"/>
          </a:endParaRPr>
        </a:p>
      </dgm:t>
    </dgm:pt>
    <dgm:pt modelId="{929A5FD9-0612-4B79-9B59-C3C36D34A069}" type="parTrans" cxnId="{DBD99269-D7F7-4B47-B17B-A5AE402751D9}">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0A99745B-BB5C-49B3-A782-8DB57641F6C9}" type="sibTrans" cxnId="{DBD99269-D7F7-4B47-B17B-A5AE402751D9}">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831701CF-77C7-46C0-A913-8CC39517BAB8}">
      <dgm:prSet phldrT="[Text]" custT="1"/>
      <dgm:spPr/>
      <dgm:t>
        <a:bodyPr rtlCol="0"/>
        <a:lstStyle/>
        <a:p>
          <a:pPr marL="0" lvl="0" indent="0" algn="l" defTabSz="844550">
            <a:lnSpc>
              <a:spcPct val="90000"/>
            </a:lnSpc>
            <a:spcBef>
              <a:spcPct val="0"/>
            </a:spcBef>
            <a:spcAft>
              <a:spcPct val="35000"/>
            </a:spcAft>
            <a:buNone/>
          </a:pPr>
          <a:r>
            <a:rPr lang="zh-CN" altLang="zh-CN" sz="1900" kern="1200" noProof="0" dirty="0">
              <a:solidFill>
                <a:srgbClr val="FFFFFF"/>
              </a:solidFill>
              <a:latin typeface="Microsoft YaHei UI" panose="020B0503020204020204" pitchFamily="34" charset="-122"/>
              <a:ea typeface="Microsoft YaHei UI" panose="020B0503020204020204" pitchFamily="34" charset="-122"/>
              <a:cs typeface="+mn-cs"/>
            </a:rPr>
            <a:t>将自身的性取向认为是普遍的</a:t>
          </a:r>
          <a:endParaRPr lang="en-US" altLang="zh-CN" sz="1900" kern="1200" noProof="0" dirty="0">
            <a:solidFill>
              <a:srgbClr val="FFFFFF"/>
            </a:solidFill>
            <a:latin typeface="Microsoft YaHei UI" panose="020B0503020204020204" pitchFamily="34" charset="-122"/>
            <a:ea typeface="Microsoft YaHei UI" panose="020B0503020204020204" pitchFamily="34" charset="-122"/>
            <a:cs typeface="+mn-cs"/>
          </a:endParaRPr>
        </a:p>
      </dgm:t>
    </dgm:pt>
    <dgm:pt modelId="{13FBC60D-3EA6-4496-BA97-C1AE8C7F8961}" type="parTrans" cxnId="{39A11E5C-7A57-4117-A6DF-36000C29509C}">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75156CDF-E17B-4DAD-AE37-EA44D7F37090}" type="sibTrans" cxnId="{39A11E5C-7A57-4117-A6DF-36000C29509C}">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CA6B1BA0-B2FC-48AD-8EDA-F4AAA4AF2782}">
      <dgm:prSet custT="1"/>
      <dgm:spPr/>
      <dgm:t>
        <a:bodyPr rtlCol="0"/>
        <a:lstStyle/>
        <a:p>
          <a:endParaRPr lang="en-US" altLang="zh-CN" sz="1100" noProof="0" dirty="0">
            <a:solidFill>
              <a:schemeClr val="bg1"/>
            </a:solidFill>
            <a:latin typeface="Microsoft YaHei UI" panose="020B0503020204020204" pitchFamily="34" charset="-122"/>
            <a:ea typeface="Microsoft YaHei UI" panose="020B0503020204020204" pitchFamily="34" charset="-122"/>
          </a:endParaRPr>
        </a:p>
      </dgm:t>
    </dgm:pt>
    <dgm:pt modelId="{D7D3AA07-BCB9-4212-A556-E90870FB1413}" type="parTrans" cxnId="{CD6B6EE8-3813-4EF1-BFEC-C005A3326D63}">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39FB540D-D808-4040-9A37-0AC474C0212F}" type="sibTrans" cxnId="{CD6B6EE8-3813-4EF1-BFEC-C005A3326D63}">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3CB04A44-4013-4CA7-90FD-29AFC3C15E37}">
      <dgm:prSet/>
      <dgm:spPr/>
      <dgm:t>
        <a:bodyPr rtlCol="0"/>
        <a:lstStyle/>
        <a:p>
          <a:endParaRPr lang="en-US" altLang="zh-CN" noProof="0" dirty="0">
            <a:solidFill>
              <a:schemeClr val="bg1"/>
            </a:solidFill>
            <a:latin typeface="Microsoft YaHei UI" panose="020B0503020204020204" pitchFamily="34" charset="-122"/>
            <a:ea typeface="Microsoft YaHei UI" panose="020B0503020204020204" pitchFamily="34" charset="-122"/>
          </a:endParaRPr>
        </a:p>
      </dgm:t>
    </dgm:pt>
    <dgm:pt modelId="{ECEE936A-E3CC-4209-BECC-1CD0C85A2B72}" type="parTrans" cxnId="{24A8F052-3377-4BA4-8C62-CCF5039C85D7}">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D7A8F7A0-47A3-4464-B3B7-E0806DF46627}" type="sibTrans" cxnId="{24A8F052-3377-4BA4-8C62-CCF5039C85D7}">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212ADAAB-D5CB-4BBC-8DAF-7340FD334994}">
      <dgm:prSet custT="1"/>
      <dgm:spPr/>
      <dgm:t>
        <a:bodyPr rtlCol="0"/>
        <a:lstStyle/>
        <a:p>
          <a:r>
            <a:rPr lang="en-US" altLang="zh-CN" sz="1600" b="1" noProof="0" dirty="0">
              <a:solidFill>
                <a:schemeClr val="bg1"/>
              </a:solidFill>
              <a:latin typeface="Microsoft YaHei UI" panose="020B0503020204020204" pitchFamily="34" charset="-122"/>
              <a:ea typeface="Microsoft YaHei UI" panose="020B0503020204020204" pitchFamily="34" charset="-122"/>
            </a:rPr>
            <a:t>3</a:t>
          </a:r>
          <a:endParaRPr lang="en-US" altLang="zh-CN" sz="1100" noProof="0" dirty="0">
            <a:solidFill>
              <a:schemeClr val="bg1"/>
            </a:solidFill>
            <a:latin typeface="Microsoft YaHei UI" panose="020B0503020204020204" pitchFamily="34" charset="-122"/>
            <a:ea typeface="Microsoft YaHei UI" panose="020B0503020204020204" pitchFamily="34" charset="-122"/>
          </a:endParaRPr>
        </a:p>
      </dgm:t>
    </dgm:pt>
    <dgm:pt modelId="{45F6D312-A686-491E-95E3-EFB9640CC472}" type="parTrans" cxnId="{C8C7266C-2A0C-476A-85B3-F12BE2521F4C}">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AB2787E4-2A8B-428D-A4AE-2B14DCFFC4E7}" type="sibTrans" cxnId="{C8C7266C-2A0C-476A-85B3-F12BE2521F4C}">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2AEE5C11-34AE-4EB7-8907-9BED418EA471}">
      <dgm:prSet custT="1"/>
      <dgm:spPr/>
      <dgm:t>
        <a:bodyPr rtlCol="0"/>
        <a:lstStyle/>
        <a:p>
          <a:pPr marL="0" lvl="0" indent="0" algn="l" defTabSz="844550">
            <a:lnSpc>
              <a:spcPct val="90000"/>
            </a:lnSpc>
            <a:spcBef>
              <a:spcPct val="0"/>
            </a:spcBef>
            <a:spcAft>
              <a:spcPct val="35000"/>
            </a:spcAft>
            <a:buNone/>
          </a:pPr>
          <a:r>
            <a:rPr lang="zh-CN" altLang="zh-CN" sz="1900" kern="1200" noProof="0" dirty="0">
              <a:solidFill>
                <a:srgbClr val="FFFFFF"/>
              </a:solidFill>
              <a:latin typeface="Microsoft YaHei UI" panose="020B0503020204020204" pitchFamily="34" charset="-122"/>
              <a:ea typeface="Microsoft YaHei UI" panose="020B0503020204020204" pitchFamily="34" charset="-122"/>
              <a:cs typeface="+mn-cs"/>
            </a:rPr>
            <a:t>将他人的某些行为解释为同性倾向的表现等</a:t>
          </a:r>
          <a:endParaRPr lang="en-US" altLang="zh-CN" sz="1900" kern="1200" noProof="0" dirty="0">
            <a:solidFill>
              <a:srgbClr val="FFFFFF"/>
            </a:solidFill>
            <a:latin typeface="Microsoft YaHei UI" panose="020B0503020204020204" pitchFamily="34" charset="-122"/>
            <a:ea typeface="Microsoft YaHei UI" panose="020B0503020204020204" pitchFamily="34" charset="-122"/>
            <a:cs typeface="+mn-cs"/>
          </a:endParaRPr>
        </a:p>
      </dgm:t>
    </dgm:pt>
    <dgm:pt modelId="{2E14AD1F-C7EA-45AE-ADC0-0EE92A6516CB}" type="parTrans" cxnId="{DD687B5C-28C8-4088-99B8-D375C5FDAE4A}">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F36FDDA0-6B91-47CB-8114-B6F076E55FC8}" type="sibTrans" cxnId="{DD687B5C-28C8-4088-99B8-D375C5FDAE4A}">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A2560FD2-F12F-4A06-A96F-B86674952111}">
      <dgm:prSet/>
      <dgm:spPr/>
      <dgm:t>
        <a:bodyPr rtlCol="0"/>
        <a:lstStyle/>
        <a:p>
          <a:endParaRPr lang="zh-CN" altLang="en-US" b="0" i="1" noProof="0" dirty="0">
            <a:solidFill>
              <a:schemeClr val="bg1"/>
            </a:solidFill>
            <a:latin typeface="Microsoft YaHei UI" panose="020B0503020204020204" pitchFamily="34" charset="-122"/>
            <a:ea typeface="Microsoft YaHei UI" panose="020B0503020204020204" pitchFamily="34" charset="-122"/>
          </a:endParaRPr>
        </a:p>
      </dgm:t>
    </dgm:pt>
    <dgm:pt modelId="{96173659-138A-4A00-AE0B-9063EA9393A6}" type="parTrans" cxnId="{F9D8B584-9399-4A2B-8ADC-F71293A4822C}">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D3C3BC3F-2256-4FBC-AFA5-0D035E3EACD7}" type="sibTrans" cxnId="{F9D8B584-9399-4A2B-8ADC-F71293A4822C}">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683CC5F6-E9B5-49F2-909E-A68D38896308}">
      <dgm:prSet custT="1"/>
      <dgm:spPr/>
      <dgm:t>
        <a:bodyPr rtlCol="0"/>
        <a:lstStyle/>
        <a:p>
          <a:pPr marL="0" lvl="0" indent="0" algn="l" defTabSz="711200">
            <a:lnSpc>
              <a:spcPct val="90000"/>
            </a:lnSpc>
            <a:spcBef>
              <a:spcPct val="0"/>
            </a:spcBef>
            <a:spcAft>
              <a:spcPct val="35000"/>
            </a:spcAft>
            <a:buNone/>
          </a:pPr>
          <a:r>
            <a:rPr lang="en-US" altLang="zh-CN" sz="1600" b="1" kern="1200" noProof="0" dirty="0">
              <a:solidFill>
                <a:srgbClr val="FFFFFF"/>
              </a:solidFill>
              <a:latin typeface="Microsoft YaHei UI" panose="020B0503020204020204" pitchFamily="34" charset="-122"/>
              <a:ea typeface="Microsoft YaHei UI" panose="020B0503020204020204" pitchFamily="34" charset="-122"/>
              <a:cs typeface="+mn-cs"/>
            </a:rPr>
            <a:t>2</a:t>
          </a:r>
          <a:endParaRPr lang="zh-CN" altLang="en-US" sz="1600" b="1" kern="1200" noProof="0" dirty="0">
            <a:solidFill>
              <a:srgbClr val="FFFFFF"/>
            </a:solidFill>
            <a:latin typeface="Microsoft YaHei UI" panose="020B0503020204020204" pitchFamily="34" charset="-122"/>
            <a:ea typeface="Microsoft YaHei UI" panose="020B0503020204020204" pitchFamily="34" charset="-122"/>
            <a:cs typeface="+mn-cs"/>
          </a:endParaRPr>
        </a:p>
      </dgm:t>
    </dgm:pt>
    <dgm:pt modelId="{4C61DDEE-8BBF-4CBF-B066-7E60B6DF0A11}" type="sibTrans" cxnId="{59786CF9-070F-4821-A4E9-D33DB930D8D2}">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15BFC747-B881-4328-BFBE-9BC128388CC6}" type="parTrans" cxnId="{59786CF9-070F-4821-A4E9-D33DB930D8D2}">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4EA069F3-397F-40D5-94A6-32C3E355C277}">
      <dgm:prSet custT="1"/>
      <dgm:spPr/>
      <dgm:t>
        <a:bodyPr rtlCol="0" anchor="t"/>
        <a:lstStyle/>
        <a:p>
          <a:r>
            <a:rPr lang="zh-CN" altLang="zh-CN" sz="1900" noProof="0" dirty="0">
              <a:solidFill>
                <a:schemeClr val="bg1"/>
              </a:solidFill>
              <a:latin typeface="Microsoft YaHei UI" panose="020B0503020204020204" pitchFamily="34" charset="-122"/>
              <a:ea typeface="Microsoft YaHei UI" panose="020B0503020204020204" pitchFamily="34" charset="-122"/>
            </a:rPr>
            <a:t>认为其他人也具有和自己相同的情感或行为模式</a:t>
          </a:r>
          <a:endParaRPr lang="en-US" altLang="zh-CN" sz="1900" i="1" noProof="0" dirty="0">
            <a:solidFill>
              <a:schemeClr val="bg1"/>
            </a:solidFill>
            <a:latin typeface="Microsoft YaHei UI" panose="020B0503020204020204" pitchFamily="34" charset="-122"/>
            <a:ea typeface="Microsoft YaHei UI" panose="020B0503020204020204" pitchFamily="34" charset="-122"/>
          </a:endParaRPr>
        </a:p>
      </dgm:t>
    </dgm:pt>
    <dgm:pt modelId="{2F99115B-608E-4E08-A503-B74879A76D07}" type="parTrans" cxnId="{BC5A70C8-9D97-4922-BCDB-6316D191C527}">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E94D5EF7-F47C-476C-A5FE-1C35261B578A}" type="sibTrans" cxnId="{BC5A70C8-9D97-4922-BCDB-6316D191C527}">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1E529C6E-C939-479A-A075-9E9B02837B50}">
      <dgm:prSet/>
      <dgm:spPr/>
      <dgm:t>
        <a:bodyPr rtlCol="0" anchor="b"/>
        <a:lstStyle/>
        <a:p>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46B3C017-F97A-4640-992A-33AEE06B2EFC}" type="parTrans" cxnId="{99746BB5-7122-43B8-8680-CF610F03585C}">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192E80CB-2667-481C-8244-6EC4AEED1BC2}" type="sibTrans" cxnId="{99746BB5-7122-43B8-8680-CF610F03585C}">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096A9AF0-0DAE-4EB3-B448-4501DA034F4A}">
      <dgm:prSet phldrT="[Text]" custT="1"/>
      <dgm:spPr/>
      <dgm:t>
        <a:bodyPr rtlCol="0"/>
        <a:lstStyle/>
        <a:p>
          <a:br>
            <a:rPr lang="zh-CN" altLang="en-US" sz="1100" noProof="0" dirty="0">
              <a:solidFill>
                <a:schemeClr val="bg1"/>
              </a:solidFill>
              <a:latin typeface="Microsoft YaHei UI" panose="020B0503020204020204" pitchFamily="34" charset="-122"/>
              <a:ea typeface="Microsoft YaHei UI" panose="020B0503020204020204" pitchFamily="34" charset="-122"/>
            </a:rPr>
          </a:br>
          <a:endParaRPr lang="en-US" altLang="zh-CN" sz="1100" noProof="0" dirty="0">
            <a:solidFill>
              <a:schemeClr val="bg1"/>
            </a:solidFill>
            <a:latin typeface="Microsoft YaHei UI" panose="020B0503020204020204" pitchFamily="34" charset="-122"/>
            <a:ea typeface="Microsoft YaHei UI" panose="020B0503020204020204" pitchFamily="34" charset="-122"/>
          </a:endParaRPr>
        </a:p>
      </dgm:t>
    </dgm:pt>
    <dgm:pt modelId="{6B0D7DA9-E6ED-4137-9716-F48BF62327A8}" type="sibTrans" cxnId="{CA0753BD-DB60-4D68-8486-5B376B839B26}">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8CE6ABD6-768E-42C8-9029-C3B5F278B21C}" type="parTrans" cxnId="{CA0753BD-DB60-4D68-8486-5B376B839B26}">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7A5D3400-AF5B-4297-8592-4C1EDB9D0973}" type="pres">
      <dgm:prSet presAssocID="{63085546-7C7C-4B3E-ABEB-2669F1A65FB2}" presName="root" presStyleCnt="0">
        <dgm:presLayoutVars>
          <dgm:chMax/>
          <dgm:chPref/>
          <dgm:animLvl val="lvl"/>
        </dgm:presLayoutVars>
      </dgm:prSet>
      <dgm:spPr/>
    </dgm:pt>
    <dgm:pt modelId="{BD204284-1F7C-4D58-BC79-8C2DEE7E9FAF}" type="pres">
      <dgm:prSet presAssocID="{63085546-7C7C-4B3E-ABEB-2669F1A65FB2}" presName="divider" presStyleLbl="fgAcc1" presStyleIdx="0" presStyleCnt="7" custFlipVert="1" custSzY="105708"/>
      <dgm:spPr>
        <a:prstGeom prst="homePlate">
          <a:avLst/>
        </a:prstGeom>
        <a:solidFill>
          <a:schemeClr val="accent5">
            <a:alpha val="90000"/>
          </a:schemeClr>
        </a:solidFill>
        <a:ln>
          <a:noFill/>
        </a:ln>
      </dgm:spPr>
    </dgm:pt>
    <dgm:pt modelId="{46A6B157-7198-41C4-9D25-C4F8885F1B6F}" type="pres">
      <dgm:prSet presAssocID="{63085546-7C7C-4B3E-ABEB-2669F1A65FB2}" presName="nodes" presStyleCnt="0">
        <dgm:presLayoutVars>
          <dgm:chMax/>
          <dgm:chPref/>
          <dgm:animLvl val="lvl"/>
        </dgm:presLayoutVars>
      </dgm:prSet>
      <dgm:spPr/>
    </dgm:pt>
    <dgm:pt modelId="{578E6A06-6F61-48BD-9F1A-48E731D6E26D}" type="pres">
      <dgm:prSet presAssocID="{9DCEA5FC-4640-45AF-B712-7A4FD94AEF0D}" presName="composite" presStyleCnt="0"/>
      <dgm:spPr/>
    </dgm:pt>
    <dgm:pt modelId="{9F727168-E825-43C1-AF50-41E115F59C0C}" type="pres">
      <dgm:prSet presAssocID="{9DCEA5FC-4640-45AF-B712-7A4FD94AEF0D}" presName="ConnectorPoint" presStyleLbl="lnNode1" presStyleIdx="0" presStyleCnt="6"/>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0C380CA5-521A-4949-A022-450DA9C217F5}" type="pres">
      <dgm:prSet presAssocID="{9DCEA5FC-4640-45AF-B712-7A4FD94AEF0D}" presName="DropPinPlaceHolder" presStyleCnt="0"/>
      <dgm:spPr/>
    </dgm:pt>
    <dgm:pt modelId="{19EF924A-339B-436A-9151-9C7B0B0377B9}" type="pres">
      <dgm:prSet presAssocID="{9DCEA5FC-4640-45AF-B712-7A4FD94AEF0D}" presName="DropPin" presStyleLbl="alignNode1" presStyleIdx="0" presStyleCnt="6"/>
      <dgm:spPr/>
    </dgm:pt>
    <dgm:pt modelId="{846B4BA4-33F0-43CE-A60E-B95E195AD5A9}" type="pres">
      <dgm:prSet presAssocID="{9DCEA5FC-4640-45AF-B712-7A4FD94AEF0D}" presName="Ellipse" presStyleLbl="fgAcc1" presStyleIdx="1" presStyleCnt="7"/>
      <dgm:spPr>
        <a:prstGeom prst="donut">
          <a:avLst/>
        </a:prstGeom>
      </dgm:spPr>
    </dgm:pt>
    <dgm:pt modelId="{A782CF5D-A585-4990-846A-5EDBD19A9BDB}" type="pres">
      <dgm:prSet presAssocID="{9DCEA5FC-4640-45AF-B712-7A4FD94AEF0D}" presName="L2TextContainer" presStyleLbl="revTx" presStyleIdx="0" presStyleCnt="12">
        <dgm:presLayoutVars>
          <dgm:bulletEnabled val="1"/>
        </dgm:presLayoutVars>
      </dgm:prSet>
      <dgm:spPr/>
    </dgm:pt>
    <dgm:pt modelId="{85C50C56-6DC8-4C47-8DBC-4FD6B1554AA4}" type="pres">
      <dgm:prSet presAssocID="{9DCEA5FC-4640-45AF-B712-7A4FD94AEF0D}" presName="L1TextContainer" presStyleLbl="revTx" presStyleIdx="1" presStyleCnt="12">
        <dgm:presLayoutVars>
          <dgm:chMax val="1"/>
          <dgm:chPref val="1"/>
          <dgm:bulletEnabled val="1"/>
        </dgm:presLayoutVars>
      </dgm:prSet>
      <dgm:spPr/>
    </dgm:pt>
    <dgm:pt modelId="{4F322B1B-F357-4BCD-BF34-8A0D705A1CE7}" type="pres">
      <dgm:prSet presAssocID="{9DCEA5FC-4640-45AF-B712-7A4FD94AEF0D}" presName="ConnectLine" presStyleLbl="sibTrans1D1" presStyleIdx="0" presStyleCnt="6"/>
      <dgm:spPr>
        <a:noFill/>
        <a:ln w="12700" cap="flat" cmpd="sng" algn="ctr">
          <a:solidFill>
            <a:schemeClr val="accent1">
              <a:hueOff val="0"/>
              <a:satOff val="0"/>
              <a:lumOff val="0"/>
              <a:alphaOff val="0"/>
            </a:schemeClr>
          </a:solidFill>
          <a:prstDash val="dash"/>
        </a:ln>
        <a:effectLst/>
      </dgm:spPr>
    </dgm:pt>
    <dgm:pt modelId="{9FF32B1E-94FD-475E-9959-8E0546070C5B}" type="pres">
      <dgm:prSet presAssocID="{9DCEA5FC-4640-45AF-B712-7A4FD94AEF0D}" presName="EmptyPlaceHolder" presStyleCnt="0"/>
      <dgm:spPr/>
    </dgm:pt>
    <dgm:pt modelId="{C9E000F5-B650-46EB-A3B0-FBA6593CE548}" type="pres">
      <dgm:prSet presAssocID="{0A99745B-BB5C-49B3-A782-8DB57641F6C9}" presName="spaceBetweenRectangles" presStyleCnt="0"/>
      <dgm:spPr/>
    </dgm:pt>
    <dgm:pt modelId="{64373A7D-C7A5-4C0C-9781-58743159539A}" type="pres">
      <dgm:prSet presAssocID="{096A9AF0-0DAE-4EB3-B448-4501DA034F4A}" presName="composite" presStyleCnt="0"/>
      <dgm:spPr/>
    </dgm:pt>
    <dgm:pt modelId="{B57996C3-16BE-4CEB-B9E2-6FFC42938F41}" type="pres">
      <dgm:prSet presAssocID="{096A9AF0-0DAE-4EB3-B448-4501DA034F4A}" presName="ConnectorPoint" presStyleLbl="lnNode1" presStyleIdx="1" presStyleCnt="6"/>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BC71368F-DA7E-405D-93AC-3A6767BF9FC6}" type="pres">
      <dgm:prSet presAssocID="{096A9AF0-0DAE-4EB3-B448-4501DA034F4A}" presName="DropPinPlaceHolder" presStyleCnt="0"/>
      <dgm:spPr/>
    </dgm:pt>
    <dgm:pt modelId="{5B4632EA-1574-417A-A3FA-D711159FBAD1}" type="pres">
      <dgm:prSet presAssocID="{096A9AF0-0DAE-4EB3-B448-4501DA034F4A}" presName="DropPin" presStyleLbl="alignNode1" presStyleIdx="1" presStyleCnt="6"/>
      <dgm:spPr/>
    </dgm:pt>
    <dgm:pt modelId="{032E0966-F86B-4BBD-BE80-8FAB861AF0E8}" type="pres">
      <dgm:prSet presAssocID="{096A9AF0-0DAE-4EB3-B448-4501DA034F4A}" presName="Ellipse" presStyleLbl="fgAcc1" presStyleIdx="2" presStyleCnt="7"/>
      <dgm:spPr>
        <a:prstGeom prst="donut">
          <a:avLst/>
        </a:prstGeom>
      </dgm:spPr>
    </dgm:pt>
    <dgm:pt modelId="{B608C5A1-CE9E-4410-9F2F-F714CC6AB069}" type="pres">
      <dgm:prSet presAssocID="{096A9AF0-0DAE-4EB3-B448-4501DA034F4A}" presName="L2TextContainer" presStyleLbl="revTx" presStyleIdx="2" presStyleCnt="12">
        <dgm:presLayoutVars>
          <dgm:bulletEnabled val="1"/>
        </dgm:presLayoutVars>
      </dgm:prSet>
      <dgm:spPr/>
    </dgm:pt>
    <dgm:pt modelId="{C1E34084-406C-48D5-88FE-7226282DBC49}" type="pres">
      <dgm:prSet presAssocID="{096A9AF0-0DAE-4EB3-B448-4501DA034F4A}" presName="L1TextContainer" presStyleLbl="revTx" presStyleIdx="3" presStyleCnt="12">
        <dgm:presLayoutVars>
          <dgm:chMax val="1"/>
          <dgm:chPref val="1"/>
          <dgm:bulletEnabled val="1"/>
        </dgm:presLayoutVars>
      </dgm:prSet>
      <dgm:spPr/>
    </dgm:pt>
    <dgm:pt modelId="{33168228-1414-4AAF-B7E5-C08A80BBB2F1}" type="pres">
      <dgm:prSet presAssocID="{096A9AF0-0DAE-4EB3-B448-4501DA034F4A}" presName="ConnectLine" presStyleLbl="sibTrans1D1" presStyleIdx="1" presStyleCnt="6"/>
      <dgm:spPr>
        <a:xfrm>
          <a:off x="1843314" y="2690813"/>
          <a:ext cx="0" cy="1592961"/>
        </a:xfrm>
        <a:prstGeom prst="line">
          <a:avLst/>
        </a:prstGeom>
      </dgm:spPr>
    </dgm:pt>
    <dgm:pt modelId="{C791BCDD-76D3-4E0E-98B9-0C4903CF0E94}" type="pres">
      <dgm:prSet presAssocID="{096A9AF0-0DAE-4EB3-B448-4501DA034F4A}" presName="EmptyPlaceHolder" presStyleCnt="0"/>
      <dgm:spPr/>
    </dgm:pt>
    <dgm:pt modelId="{3B1DA912-FDB7-4F73-8823-B30C56F7DE86}" type="pres">
      <dgm:prSet presAssocID="{6B0D7DA9-E6ED-4137-9716-F48BF62327A8}" presName="spaceBetweenRectangles" presStyleCnt="0"/>
      <dgm:spPr/>
    </dgm:pt>
    <dgm:pt modelId="{DCEEC7C0-6CAC-4153-B66A-D920E3B7F504}" type="pres">
      <dgm:prSet presAssocID="{683CC5F6-E9B5-49F2-909E-A68D38896308}" presName="composite" presStyleCnt="0"/>
      <dgm:spPr/>
    </dgm:pt>
    <dgm:pt modelId="{56361E50-9FEC-48AD-A369-C1A8379B35EC}" type="pres">
      <dgm:prSet presAssocID="{683CC5F6-E9B5-49F2-909E-A68D38896308}" presName="ConnectorPoint" presStyleLbl="lnNode1" presStyleIdx="2" presStyleCnt="6"/>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70AC7E27-D774-4261-A80F-683BBD09A81D}" type="pres">
      <dgm:prSet presAssocID="{683CC5F6-E9B5-49F2-909E-A68D38896308}" presName="DropPinPlaceHolder" presStyleCnt="0"/>
      <dgm:spPr/>
    </dgm:pt>
    <dgm:pt modelId="{7BC09B8D-1C75-4604-9F35-AEC078447C45}" type="pres">
      <dgm:prSet presAssocID="{683CC5F6-E9B5-49F2-909E-A68D38896308}" presName="DropPin" presStyleLbl="alignNode1" presStyleIdx="2" presStyleCnt="6"/>
      <dgm:spPr>
        <a:prstGeom prst="ellipse">
          <a:avLst/>
        </a:prstGeom>
      </dgm:spPr>
    </dgm:pt>
    <dgm:pt modelId="{DFE91A1F-E910-48AB-A4C9-128002268483}" type="pres">
      <dgm:prSet presAssocID="{683CC5F6-E9B5-49F2-909E-A68D38896308}" presName="Ellipse" presStyleLbl="fgAcc1" presStyleIdx="3" presStyleCnt="7"/>
      <dgm:spPr>
        <a:prstGeom prst="star12">
          <a:avLst/>
        </a:prstGeom>
      </dgm:spPr>
    </dgm:pt>
    <dgm:pt modelId="{FC8603F2-85FC-4134-978C-4054E468209C}" type="pres">
      <dgm:prSet presAssocID="{683CC5F6-E9B5-49F2-909E-A68D38896308}" presName="L2TextContainer" presStyleLbl="revTx" presStyleIdx="4" presStyleCnt="12">
        <dgm:presLayoutVars>
          <dgm:bulletEnabled val="1"/>
        </dgm:presLayoutVars>
      </dgm:prSet>
      <dgm:spPr/>
    </dgm:pt>
    <dgm:pt modelId="{4EB3AA5C-1289-44C6-9F3E-859ABA28E18F}" type="pres">
      <dgm:prSet presAssocID="{683CC5F6-E9B5-49F2-909E-A68D38896308}" presName="L1TextContainer" presStyleLbl="revTx" presStyleIdx="5" presStyleCnt="12">
        <dgm:presLayoutVars>
          <dgm:chMax val="1"/>
          <dgm:chPref val="1"/>
          <dgm:bulletEnabled val="1"/>
        </dgm:presLayoutVars>
      </dgm:prSet>
      <dgm:spPr/>
    </dgm:pt>
    <dgm:pt modelId="{0BB03C0E-97EC-4D66-9B09-35D689DAB28C}" type="pres">
      <dgm:prSet presAssocID="{683CC5F6-E9B5-49F2-909E-A68D38896308}" presName="ConnectLine" presStyleLbl="sibTrans1D1" presStyleIdx="2" presStyleCnt="6"/>
      <dgm:spPr>
        <a:noFill/>
        <a:ln w="12700" cap="flat" cmpd="sng" algn="ctr">
          <a:solidFill>
            <a:schemeClr val="accent1">
              <a:hueOff val="0"/>
              <a:satOff val="0"/>
              <a:lumOff val="0"/>
              <a:alphaOff val="0"/>
            </a:schemeClr>
          </a:solidFill>
          <a:prstDash val="dash"/>
        </a:ln>
        <a:effectLst/>
      </dgm:spPr>
    </dgm:pt>
    <dgm:pt modelId="{1A7A92CB-81F0-42D4-87BF-4008DEFA9CA8}" type="pres">
      <dgm:prSet presAssocID="{683CC5F6-E9B5-49F2-909E-A68D38896308}" presName="EmptyPlaceHolder" presStyleCnt="0"/>
      <dgm:spPr/>
    </dgm:pt>
    <dgm:pt modelId="{ABE3202B-256B-4398-8B41-CB40EDB06266}" type="pres">
      <dgm:prSet presAssocID="{4C61DDEE-8BBF-4CBF-B066-7E60B6DF0A11}" presName="spaceBetweenRectangles" presStyleCnt="0"/>
      <dgm:spPr/>
    </dgm:pt>
    <dgm:pt modelId="{B744CD57-FD23-4E62-9589-4CAC57B034E9}" type="pres">
      <dgm:prSet presAssocID="{CA6B1BA0-B2FC-48AD-8EDA-F4AAA4AF2782}" presName="composite" presStyleCnt="0"/>
      <dgm:spPr/>
    </dgm:pt>
    <dgm:pt modelId="{D891B168-1DA5-4124-931F-A51FCB8EFC11}" type="pres">
      <dgm:prSet presAssocID="{CA6B1BA0-B2FC-48AD-8EDA-F4AAA4AF2782}" presName="ConnectorPoint" presStyleLbl="lnNode1" presStyleIdx="3" presStyleCnt="6"/>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42206762-CD73-4F82-B16A-D168E2503215}" type="pres">
      <dgm:prSet presAssocID="{CA6B1BA0-B2FC-48AD-8EDA-F4AAA4AF2782}" presName="DropPinPlaceHolder" presStyleCnt="0"/>
      <dgm:spPr/>
    </dgm:pt>
    <dgm:pt modelId="{C0DBECBF-E3AA-450B-95D4-8349AA21B4F8}" type="pres">
      <dgm:prSet presAssocID="{CA6B1BA0-B2FC-48AD-8EDA-F4AAA4AF2782}" presName="DropPin" presStyleLbl="alignNode1" presStyleIdx="3" presStyleCnt="6"/>
      <dgm:spPr/>
    </dgm:pt>
    <dgm:pt modelId="{6EDDD44C-F5E4-49AD-B1D9-346B8B8AEE8F}" type="pres">
      <dgm:prSet presAssocID="{CA6B1BA0-B2FC-48AD-8EDA-F4AAA4AF2782}" presName="Ellipse" presStyleLbl="fgAcc1" presStyleIdx="4" presStyleCnt="7"/>
      <dgm:spPr>
        <a:prstGeom prst="donut">
          <a:avLst/>
        </a:prstGeom>
      </dgm:spPr>
    </dgm:pt>
    <dgm:pt modelId="{FE564261-183D-47F9-8E7E-BCFC5023A815}" type="pres">
      <dgm:prSet presAssocID="{CA6B1BA0-B2FC-48AD-8EDA-F4AAA4AF2782}" presName="L2TextContainer" presStyleLbl="revTx" presStyleIdx="6" presStyleCnt="12">
        <dgm:presLayoutVars>
          <dgm:bulletEnabled val="1"/>
        </dgm:presLayoutVars>
      </dgm:prSet>
      <dgm:spPr/>
    </dgm:pt>
    <dgm:pt modelId="{3DA36ABE-9810-4ED4-9A55-2905E7588D06}" type="pres">
      <dgm:prSet presAssocID="{CA6B1BA0-B2FC-48AD-8EDA-F4AAA4AF2782}" presName="L1TextContainer" presStyleLbl="revTx" presStyleIdx="7" presStyleCnt="12">
        <dgm:presLayoutVars>
          <dgm:chMax val="1"/>
          <dgm:chPref val="1"/>
          <dgm:bulletEnabled val="1"/>
        </dgm:presLayoutVars>
      </dgm:prSet>
      <dgm:spPr/>
    </dgm:pt>
    <dgm:pt modelId="{4B9F5909-A57C-4893-9C8A-D5960FE9BE37}" type="pres">
      <dgm:prSet presAssocID="{CA6B1BA0-B2FC-48AD-8EDA-F4AAA4AF2782}" presName="ConnectLine" presStyleLbl="sibTrans1D1" presStyleIdx="3" presStyleCnt="6"/>
      <dgm:spPr>
        <a:xfrm>
          <a:off x="4960678" y="2690813"/>
          <a:ext cx="0" cy="1592961"/>
        </a:xfrm>
        <a:prstGeom prst="line">
          <a:avLst/>
        </a:prstGeom>
      </dgm:spPr>
    </dgm:pt>
    <dgm:pt modelId="{DEDCEF89-DB8F-4197-B2D2-2D39426E0B96}" type="pres">
      <dgm:prSet presAssocID="{CA6B1BA0-B2FC-48AD-8EDA-F4AAA4AF2782}" presName="EmptyPlaceHolder" presStyleCnt="0"/>
      <dgm:spPr/>
    </dgm:pt>
    <dgm:pt modelId="{4A96FD2F-C127-41DC-AA54-1EEBED6BA483}" type="pres">
      <dgm:prSet presAssocID="{39FB540D-D808-4040-9A37-0AC474C0212F}" presName="spaceBetweenRectangles" presStyleCnt="0"/>
      <dgm:spPr/>
    </dgm:pt>
    <dgm:pt modelId="{A1AE2BC4-A99C-4DD3-A84D-EB3461D18287}" type="pres">
      <dgm:prSet presAssocID="{212ADAAB-D5CB-4BBC-8DAF-7340FD334994}" presName="composite" presStyleCnt="0"/>
      <dgm:spPr/>
    </dgm:pt>
    <dgm:pt modelId="{278CF1E0-B1C4-4B10-A5EC-FD7EF0557E2D}" type="pres">
      <dgm:prSet presAssocID="{212ADAAB-D5CB-4BBC-8DAF-7340FD334994}" presName="ConnectorPoint" presStyleLbl="lnNode1" presStyleIdx="4" presStyleCnt="6"/>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27B65FB4-BE6A-41E6-BBE9-8DC9F7B73486}" type="pres">
      <dgm:prSet presAssocID="{212ADAAB-D5CB-4BBC-8DAF-7340FD334994}" presName="DropPinPlaceHolder" presStyleCnt="0"/>
      <dgm:spPr/>
    </dgm:pt>
    <dgm:pt modelId="{488CC4C6-DFBC-460C-A9ED-BEDA8CC682D4}" type="pres">
      <dgm:prSet presAssocID="{212ADAAB-D5CB-4BBC-8DAF-7340FD334994}" presName="DropPin" presStyleLbl="alignNode1" presStyleIdx="4" presStyleCnt="6"/>
      <dgm:spPr/>
    </dgm:pt>
    <dgm:pt modelId="{48CA82DA-B677-461B-A08D-337683480059}" type="pres">
      <dgm:prSet presAssocID="{212ADAAB-D5CB-4BBC-8DAF-7340FD334994}" presName="Ellipse" presStyleLbl="fgAcc1" presStyleIdx="5" presStyleCnt="7"/>
      <dgm:spPr>
        <a:prstGeom prst="donut">
          <a:avLst/>
        </a:prstGeom>
      </dgm:spPr>
    </dgm:pt>
    <dgm:pt modelId="{D1646913-A3FA-4470-A3E9-C64B0A13A62A}" type="pres">
      <dgm:prSet presAssocID="{212ADAAB-D5CB-4BBC-8DAF-7340FD334994}" presName="L2TextContainer" presStyleLbl="revTx" presStyleIdx="8" presStyleCnt="12">
        <dgm:presLayoutVars>
          <dgm:bulletEnabled val="1"/>
        </dgm:presLayoutVars>
      </dgm:prSet>
      <dgm:spPr/>
    </dgm:pt>
    <dgm:pt modelId="{6EC2FC68-E1B8-4274-8090-C2C96A4CD82C}" type="pres">
      <dgm:prSet presAssocID="{212ADAAB-D5CB-4BBC-8DAF-7340FD334994}" presName="L1TextContainer" presStyleLbl="revTx" presStyleIdx="9" presStyleCnt="12">
        <dgm:presLayoutVars>
          <dgm:chMax val="1"/>
          <dgm:chPref val="1"/>
          <dgm:bulletEnabled val="1"/>
        </dgm:presLayoutVars>
      </dgm:prSet>
      <dgm:spPr/>
    </dgm:pt>
    <dgm:pt modelId="{4F41BF23-550C-4E7F-977E-3D22E3AF7B51}" type="pres">
      <dgm:prSet presAssocID="{212ADAAB-D5CB-4BBC-8DAF-7340FD334994}" presName="ConnectLine" presStyleLbl="sibTrans1D1" presStyleIdx="4" presStyleCnt="6"/>
      <dgm:spPr>
        <a:xfrm>
          <a:off x="6519360" y="1097851"/>
          <a:ext cx="0" cy="1592961"/>
        </a:xfrm>
        <a:prstGeom prst="line">
          <a:avLst/>
        </a:prstGeom>
      </dgm:spPr>
    </dgm:pt>
    <dgm:pt modelId="{5018695D-CFD4-49F8-8967-BA8A0C0A0DE1}" type="pres">
      <dgm:prSet presAssocID="{212ADAAB-D5CB-4BBC-8DAF-7340FD334994}" presName="EmptyPlaceHolder" presStyleCnt="0"/>
      <dgm:spPr/>
    </dgm:pt>
    <dgm:pt modelId="{61EA613E-57A8-485F-A4A9-29037092E83A}" type="pres">
      <dgm:prSet presAssocID="{AB2787E4-2A8B-428D-A4AE-2B14DCFFC4E7}" presName="spaceBetweenRectangles" presStyleCnt="0"/>
      <dgm:spPr/>
    </dgm:pt>
    <dgm:pt modelId="{0F3B3032-C16A-44EB-AE28-CB7C1D797D2B}" type="pres">
      <dgm:prSet presAssocID="{A2560FD2-F12F-4A06-A96F-B86674952111}" presName="composite" presStyleCnt="0"/>
      <dgm:spPr/>
    </dgm:pt>
    <dgm:pt modelId="{A64C6D16-2F77-439A-848A-F1081C5E5CBE}" type="pres">
      <dgm:prSet presAssocID="{A2560FD2-F12F-4A06-A96F-B86674952111}" presName="ConnectorPoint" presStyleLbl="lnNode1" presStyleIdx="5" presStyleCnt="6"/>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8EFC6EAF-71E5-48C3-9F69-6FB96640B14F}" type="pres">
      <dgm:prSet presAssocID="{A2560FD2-F12F-4A06-A96F-B86674952111}" presName="DropPinPlaceHolder" presStyleCnt="0"/>
      <dgm:spPr/>
    </dgm:pt>
    <dgm:pt modelId="{73F98938-B973-410F-B6E0-43437FA146E6}" type="pres">
      <dgm:prSet presAssocID="{A2560FD2-F12F-4A06-A96F-B86674952111}" presName="DropPin" presStyleLbl="alignNode1" presStyleIdx="5" presStyleCnt="6"/>
      <dgm:spPr>
        <a:prstGeom prst="ellipse">
          <a:avLst/>
        </a:prstGeom>
      </dgm:spPr>
    </dgm:pt>
    <dgm:pt modelId="{26BE64BD-02BC-4C6F-AC50-F9617E59754D}" type="pres">
      <dgm:prSet presAssocID="{A2560FD2-F12F-4A06-A96F-B86674952111}" presName="Ellipse" presStyleLbl="fgAcc1" presStyleIdx="6" presStyleCnt="7"/>
      <dgm:spPr>
        <a:prstGeom prst="star12">
          <a:avLst/>
        </a:prstGeom>
      </dgm:spPr>
    </dgm:pt>
    <dgm:pt modelId="{5C5070CD-E29E-4F50-9A43-342A2DE968FF}" type="pres">
      <dgm:prSet presAssocID="{A2560FD2-F12F-4A06-A96F-B86674952111}" presName="L2TextContainer" presStyleLbl="revTx" presStyleIdx="10" presStyleCnt="12">
        <dgm:presLayoutVars>
          <dgm:bulletEnabled val="1"/>
        </dgm:presLayoutVars>
      </dgm:prSet>
      <dgm:spPr/>
    </dgm:pt>
    <dgm:pt modelId="{6FED4196-A0D3-4E5C-83DA-99291A8FFFC3}" type="pres">
      <dgm:prSet presAssocID="{A2560FD2-F12F-4A06-A96F-B86674952111}" presName="L1TextContainer" presStyleLbl="revTx" presStyleIdx="11" presStyleCnt="12">
        <dgm:presLayoutVars>
          <dgm:chMax val="1"/>
          <dgm:chPref val="1"/>
          <dgm:bulletEnabled val="1"/>
        </dgm:presLayoutVars>
      </dgm:prSet>
      <dgm:spPr/>
    </dgm:pt>
    <dgm:pt modelId="{54DE4918-169B-4E9C-B946-44A9D45AEC94}" type="pres">
      <dgm:prSet presAssocID="{A2560FD2-F12F-4A06-A96F-B86674952111}" presName="ConnectLine" presStyleLbl="sibTrans1D1" presStyleIdx="5" presStyleCnt="6"/>
      <dgm:spPr>
        <a:xfrm>
          <a:off x="8078042" y="2690813"/>
          <a:ext cx="0" cy="1592961"/>
        </a:xfrm>
        <a:prstGeom prst="line">
          <a:avLst/>
        </a:prstGeom>
      </dgm:spPr>
    </dgm:pt>
    <dgm:pt modelId="{75F2030E-997B-4809-B3F1-AEF48EEEDB2B}" type="pres">
      <dgm:prSet presAssocID="{A2560FD2-F12F-4A06-A96F-B86674952111}" presName="EmptyPlaceHolder" presStyleCnt="0"/>
      <dgm:spPr/>
    </dgm:pt>
  </dgm:ptLst>
  <dgm:cxnLst>
    <dgm:cxn modelId="{987E6208-6FBF-4818-8D82-020440E776B4}" type="presOf" srcId="{9DCEA5FC-4640-45AF-B712-7A4FD94AEF0D}" destId="{85C50C56-6DC8-4C47-8DBC-4FD6B1554AA4}" srcOrd="0" destOrd="0" presId="urn:microsoft.com/office/officeart/2017/3/layout/DropPinTimeline"/>
    <dgm:cxn modelId="{995FAD0D-905C-4246-BEA6-E4CD468035A2}" type="presOf" srcId="{096A9AF0-0DAE-4EB3-B448-4501DA034F4A}" destId="{C1E34084-406C-48D5-88FE-7226282DBC49}" srcOrd="0" destOrd="0" presId="urn:microsoft.com/office/officeart/2017/3/layout/DropPinTimeline"/>
    <dgm:cxn modelId="{60631413-8B80-40CB-9203-B81CD7EC7CD0}" type="presOf" srcId="{1E529C6E-C939-479A-A075-9E9B02837B50}" destId="{5C5070CD-E29E-4F50-9A43-342A2DE968FF}" srcOrd="0" destOrd="0" presId="urn:microsoft.com/office/officeart/2017/3/layout/DropPinTimeline"/>
    <dgm:cxn modelId="{1C1A9A2A-3385-4187-A01C-97035BFB0369}" type="presOf" srcId="{A2560FD2-F12F-4A06-A96F-B86674952111}" destId="{6FED4196-A0D3-4E5C-83DA-99291A8FFFC3}" srcOrd="0" destOrd="0" presId="urn:microsoft.com/office/officeart/2017/3/layout/DropPinTimeline"/>
    <dgm:cxn modelId="{2CC2803D-31E2-494C-ADFC-FD81060C6D02}" type="presOf" srcId="{2AEE5C11-34AE-4EB7-8907-9BED418EA471}" destId="{D1646913-A3FA-4470-A3E9-C64B0A13A62A}" srcOrd="0" destOrd="0" presId="urn:microsoft.com/office/officeart/2017/3/layout/DropPinTimeline"/>
    <dgm:cxn modelId="{39A11E5C-7A57-4117-A6DF-36000C29509C}" srcId="{9DCEA5FC-4640-45AF-B712-7A4FD94AEF0D}" destId="{831701CF-77C7-46C0-A913-8CC39517BAB8}" srcOrd="0" destOrd="0" parTransId="{13FBC60D-3EA6-4496-BA97-C1AE8C7F8961}" sibTransId="{75156CDF-E17B-4DAD-AE37-EA44D7F37090}"/>
    <dgm:cxn modelId="{DD687B5C-28C8-4088-99B8-D375C5FDAE4A}" srcId="{212ADAAB-D5CB-4BBC-8DAF-7340FD334994}" destId="{2AEE5C11-34AE-4EB7-8907-9BED418EA471}" srcOrd="0" destOrd="0" parTransId="{2E14AD1F-C7EA-45AE-ADC0-0EE92A6516CB}" sibTransId="{F36FDDA0-6B91-47CB-8114-B6F076E55FC8}"/>
    <dgm:cxn modelId="{63AB0265-EE84-426B-AD79-2D63AA53D68A}" type="presOf" srcId="{683CC5F6-E9B5-49F2-909E-A68D38896308}" destId="{4EB3AA5C-1289-44C6-9F3E-859ABA28E18F}" srcOrd="0" destOrd="0" presId="urn:microsoft.com/office/officeart/2017/3/layout/DropPinTimeline"/>
    <dgm:cxn modelId="{DBD99269-D7F7-4B47-B17B-A5AE402751D9}" srcId="{63085546-7C7C-4B3E-ABEB-2669F1A65FB2}" destId="{9DCEA5FC-4640-45AF-B712-7A4FD94AEF0D}" srcOrd="0" destOrd="0" parTransId="{929A5FD9-0612-4B79-9B59-C3C36D34A069}" sibTransId="{0A99745B-BB5C-49B3-A782-8DB57641F6C9}"/>
    <dgm:cxn modelId="{C8C7266C-2A0C-476A-85B3-F12BE2521F4C}" srcId="{63085546-7C7C-4B3E-ABEB-2669F1A65FB2}" destId="{212ADAAB-D5CB-4BBC-8DAF-7340FD334994}" srcOrd="4" destOrd="0" parTransId="{45F6D312-A686-491E-95E3-EFB9640CC472}" sibTransId="{AB2787E4-2A8B-428D-A4AE-2B14DCFFC4E7}"/>
    <dgm:cxn modelId="{24A8F052-3377-4BA4-8C62-CCF5039C85D7}" srcId="{CA6B1BA0-B2FC-48AD-8EDA-F4AAA4AF2782}" destId="{3CB04A44-4013-4CA7-90FD-29AFC3C15E37}" srcOrd="0" destOrd="0" parTransId="{ECEE936A-E3CC-4209-BECC-1CD0C85A2B72}" sibTransId="{D7A8F7A0-47A3-4464-B3B7-E0806DF46627}"/>
    <dgm:cxn modelId="{30821C78-AFB0-420D-8288-048EDC6649CD}" type="presOf" srcId="{212ADAAB-D5CB-4BBC-8DAF-7340FD334994}" destId="{6EC2FC68-E1B8-4274-8090-C2C96A4CD82C}" srcOrd="0" destOrd="0" presId="urn:microsoft.com/office/officeart/2017/3/layout/DropPinTimeline"/>
    <dgm:cxn modelId="{F9D8B584-9399-4A2B-8ADC-F71293A4822C}" srcId="{63085546-7C7C-4B3E-ABEB-2669F1A65FB2}" destId="{A2560FD2-F12F-4A06-A96F-B86674952111}" srcOrd="5" destOrd="0" parTransId="{96173659-138A-4A00-AE0B-9063EA9393A6}" sibTransId="{D3C3BC3F-2256-4FBC-AFA5-0D035E3EACD7}"/>
    <dgm:cxn modelId="{17EA6585-A3CA-49D9-A4E8-4EA5E8670A02}" type="presOf" srcId="{4EA069F3-397F-40D5-94A6-32C3E355C277}" destId="{FC8603F2-85FC-4134-978C-4054E468209C}" srcOrd="0" destOrd="0" presId="urn:microsoft.com/office/officeart/2017/3/layout/DropPinTimeline"/>
    <dgm:cxn modelId="{D0B1DC87-C933-4D24-BC28-BB96D1BE402A}" type="presOf" srcId="{CA6B1BA0-B2FC-48AD-8EDA-F4AAA4AF2782}" destId="{3DA36ABE-9810-4ED4-9A55-2905E7588D06}" srcOrd="0" destOrd="0" presId="urn:microsoft.com/office/officeart/2017/3/layout/DropPinTimeline"/>
    <dgm:cxn modelId="{4731C8A4-66FB-42EB-9357-E1DC5B2CFC3F}" type="presOf" srcId="{831701CF-77C7-46C0-A913-8CC39517BAB8}" destId="{A782CF5D-A585-4990-846A-5EDBD19A9BDB}" srcOrd="0" destOrd="0" presId="urn:microsoft.com/office/officeart/2017/3/layout/DropPinTimeline"/>
    <dgm:cxn modelId="{99746BB5-7122-43B8-8680-CF610F03585C}" srcId="{A2560FD2-F12F-4A06-A96F-B86674952111}" destId="{1E529C6E-C939-479A-A075-9E9B02837B50}" srcOrd="0" destOrd="0" parTransId="{46B3C017-F97A-4640-992A-33AEE06B2EFC}" sibTransId="{192E80CB-2667-481C-8244-6EC4AEED1BC2}"/>
    <dgm:cxn modelId="{87DFA5B7-83B7-4BCA-980A-FF288AD983E5}" type="presOf" srcId="{3CB04A44-4013-4CA7-90FD-29AFC3C15E37}" destId="{FE564261-183D-47F9-8E7E-BCFC5023A815}" srcOrd="0" destOrd="0" presId="urn:microsoft.com/office/officeart/2017/3/layout/DropPinTimeline"/>
    <dgm:cxn modelId="{CA0753BD-DB60-4D68-8486-5B376B839B26}" srcId="{63085546-7C7C-4B3E-ABEB-2669F1A65FB2}" destId="{096A9AF0-0DAE-4EB3-B448-4501DA034F4A}" srcOrd="1" destOrd="0" parTransId="{8CE6ABD6-768E-42C8-9029-C3B5F278B21C}" sibTransId="{6B0D7DA9-E6ED-4137-9716-F48BF62327A8}"/>
    <dgm:cxn modelId="{CB3F12BF-FFAB-4B6B-8AD9-1C5C1364E3A8}" type="presOf" srcId="{63085546-7C7C-4B3E-ABEB-2669F1A65FB2}" destId="{7A5D3400-AF5B-4297-8592-4C1EDB9D0973}" srcOrd="0" destOrd="0" presId="urn:microsoft.com/office/officeart/2017/3/layout/DropPinTimeline"/>
    <dgm:cxn modelId="{BC5A70C8-9D97-4922-BCDB-6316D191C527}" srcId="{683CC5F6-E9B5-49F2-909E-A68D38896308}" destId="{4EA069F3-397F-40D5-94A6-32C3E355C277}" srcOrd="0" destOrd="0" parTransId="{2F99115B-608E-4E08-A503-B74879A76D07}" sibTransId="{E94D5EF7-F47C-476C-A5FE-1C35261B578A}"/>
    <dgm:cxn modelId="{CD6B6EE8-3813-4EF1-BFEC-C005A3326D63}" srcId="{63085546-7C7C-4B3E-ABEB-2669F1A65FB2}" destId="{CA6B1BA0-B2FC-48AD-8EDA-F4AAA4AF2782}" srcOrd="3" destOrd="0" parTransId="{D7D3AA07-BCB9-4212-A556-E90870FB1413}" sibTransId="{39FB540D-D808-4040-9A37-0AC474C0212F}"/>
    <dgm:cxn modelId="{59786CF9-070F-4821-A4E9-D33DB930D8D2}" srcId="{63085546-7C7C-4B3E-ABEB-2669F1A65FB2}" destId="{683CC5F6-E9B5-49F2-909E-A68D38896308}" srcOrd="2" destOrd="0" parTransId="{15BFC747-B881-4328-BFBE-9BC128388CC6}" sibTransId="{4C61DDEE-8BBF-4CBF-B066-7E60B6DF0A11}"/>
    <dgm:cxn modelId="{7855D799-B7F1-42C4-B51A-6BAB4463E7AA}" type="presParOf" srcId="{7A5D3400-AF5B-4297-8592-4C1EDB9D0973}" destId="{BD204284-1F7C-4D58-BC79-8C2DEE7E9FAF}" srcOrd="0" destOrd="0" presId="urn:microsoft.com/office/officeart/2017/3/layout/DropPinTimeline"/>
    <dgm:cxn modelId="{5021CA74-DA6D-41C1-AB77-3DFDC0F87B9D}" type="presParOf" srcId="{7A5D3400-AF5B-4297-8592-4C1EDB9D0973}" destId="{46A6B157-7198-41C4-9D25-C4F8885F1B6F}" srcOrd="1" destOrd="0" presId="urn:microsoft.com/office/officeart/2017/3/layout/DropPinTimeline"/>
    <dgm:cxn modelId="{71EE67DA-1AFB-47E2-AE9F-162E771373B8}" type="presParOf" srcId="{46A6B157-7198-41C4-9D25-C4F8885F1B6F}" destId="{578E6A06-6F61-48BD-9F1A-48E731D6E26D}" srcOrd="0" destOrd="0" presId="urn:microsoft.com/office/officeart/2017/3/layout/DropPinTimeline"/>
    <dgm:cxn modelId="{DC74F29E-5521-4E9A-AE99-15A4777F9679}" type="presParOf" srcId="{578E6A06-6F61-48BD-9F1A-48E731D6E26D}" destId="{9F727168-E825-43C1-AF50-41E115F59C0C}" srcOrd="0" destOrd="0" presId="urn:microsoft.com/office/officeart/2017/3/layout/DropPinTimeline"/>
    <dgm:cxn modelId="{0F3C3050-EEFA-491F-B6D7-F4FC47260C29}" type="presParOf" srcId="{578E6A06-6F61-48BD-9F1A-48E731D6E26D}" destId="{0C380CA5-521A-4949-A022-450DA9C217F5}" srcOrd="1" destOrd="0" presId="urn:microsoft.com/office/officeart/2017/3/layout/DropPinTimeline"/>
    <dgm:cxn modelId="{7A3048AA-FDF2-4867-B85B-AC1915F18957}" type="presParOf" srcId="{0C380CA5-521A-4949-A022-450DA9C217F5}" destId="{19EF924A-339B-436A-9151-9C7B0B0377B9}" srcOrd="0" destOrd="0" presId="urn:microsoft.com/office/officeart/2017/3/layout/DropPinTimeline"/>
    <dgm:cxn modelId="{DA5A680B-108C-436B-9F6F-C2983AA7A769}" type="presParOf" srcId="{0C380CA5-521A-4949-A022-450DA9C217F5}" destId="{846B4BA4-33F0-43CE-A60E-B95E195AD5A9}" srcOrd="1" destOrd="0" presId="urn:microsoft.com/office/officeart/2017/3/layout/DropPinTimeline"/>
    <dgm:cxn modelId="{96B78FE3-9ABB-4A77-BABB-E52EC6124441}" type="presParOf" srcId="{578E6A06-6F61-48BD-9F1A-48E731D6E26D}" destId="{A782CF5D-A585-4990-846A-5EDBD19A9BDB}" srcOrd="2" destOrd="0" presId="urn:microsoft.com/office/officeart/2017/3/layout/DropPinTimeline"/>
    <dgm:cxn modelId="{BB2FC6F5-3544-45AC-930D-A6FC8C1198F5}" type="presParOf" srcId="{578E6A06-6F61-48BD-9F1A-48E731D6E26D}" destId="{85C50C56-6DC8-4C47-8DBC-4FD6B1554AA4}" srcOrd="3" destOrd="0" presId="urn:microsoft.com/office/officeart/2017/3/layout/DropPinTimeline"/>
    <dgm:cxn modelId="{1DF134D0-04A7-4AA1-A8CC-CBFA9135F98D}" type="presParOf" srcId="{578E6A06-6F61-48BD-9F1A-48E731D6E26D}" destId="{4F322B1B-F357-4BCD-BF34-8A0D705A1CE7}" srcOrd="4" destOrd="0" presId="urn:microsoft.com/office/officeart/2017/3/layout/DropPinTimeline"/>
    <dgm:cxn modelId="{538822C3-D342-4107-A9D5-F110AD9A616E}" type="presParOf" srcId="{578E6A06-6F61-48BD-9F1A-48E731D6E26D}" destId="{9FF32B1E-94FD-475E-9959-8E0546070C5B}" srcOrd="5" destOrd="0" presId="urn:microsoft.com/office/officeart/2017/3/layout/DropPinTimeline"/>
    <dgm:cxn modelId="{84BE10DC-749F-4BB3-BB1B-3CED24198736}" type="presParOf" srcId="{46A6B157-7198-41C4-9D25-C4F8885F1B6F}" destId="{C9E000F5-B650-46EB-A3B0-FBA6593CE548}" srcOrd="1" destOrd="0" presId="urn:microsoft.com/office/officeart/2017/3/layout/DropPinTimeline"/>
    <dgm:cxn modelId="{E7FF6C9D-05DB-49D9-BC17-49E3C7F3D181}" type="presParOf" srcId="{46A6B157-7198-41C4-9D25-C4F8885F1B6F}" destId="{64373A7D-C7A5-4C0C-9781-58743159539A}" srcOrd="2" destOrd="0" presId="urn:microsoft.com/office/officeart/2017/3/layout/DropPinTimeline"/>
    <dgm:cxn modelId="{FACF2D92-8500-4179-8F6A-C624B05FAEC1}" type="presParOf" srcId="{64373A7D-C7A5-4C0C-9781-58743159539A}" destId="{B57996C3-16BE-4CEB-B9E2-6FFC42938F41}" srcOrd="0" destOrd="0" presId="urn:microsoft.com/office/officeart/2017/3/layout/DropPinTimeline"/>
    <dgm:cxn modelId="{12FE0388-B819-4ABC-9721-3A9223FCADF4}" type="presParOf" srcId="{64373A7D-C7A5-4C0C-9781-58743159539A}" destId="{BC71368F-DA7E-405D-93AC-3A6767BF9FC6}" srcOrd="1" destOrd="0" presId="urn:microsoft.com/office/officeart/2017/3/layout/DropPinTimeline"/>
    <dgm:cxn modelId="{8D35E9BB-DA99-48E0-A867-949CAEAAA6D6}" type="presParOf" srcId="{BC71368F-DA7E-405D-93AC-3A6767BF9FC6}" destId="{5B4632EA-1574-417A-A3FA-D711159FBAD1}" srcOrd="0" destOrd="0" presId="urn:microsoft.com/office/officeart/2017/3/layout/DropPinTimeline"/>
    <dgm:cxn modelId="{D0388358-6C68-40DD-8CD3-BE893129D935}" type="presParOf" srcId="{BC71368F-DA7E-405D-93AC-3A6767BF9FC6}" destId="{032E0966-F86B-4BBD-BE80-8FAB861AF0E8}" srcOrd="1" destOrd="0" presId="urn:microsoft.com/office/officeart/2017/3/layout/DropPinTimeline"/>
    <dgm:cxn modelId="{E0FCD920-481D-4C5F-A576-55F0C1D5B3B7}" type="presParOf" srcId="{64373A7D-C7A5-4C0C-9781-58743159539A}" destId="{B608C5A1-CE9E-4410-9F2F-F714CC6AB069}" srcOrd="2" destOrd="0" presId="urn:microsoft.com/office/officeart/2017/3/layout/DropPinTimeline"/>
    <dgm:cxn modelId="{49B5B1AE-6FCE-42D4-9414-E335D81C76D0}" type="presParOf" srcId="{64373A7D-C7A5-4C0C-9781-58743159539A}" destId="{C1E34084-406C-48D5-88FE-7226282DBC49}" srcOrd="3" destOrd="0" presId="urn:microsoft.com/office/officeart/2017/3/layout/DropPinTimeline"/>
    <dgm:cxn modelId="{667712A9-633D-4DBA-A692-E37A521937E5}" type="presParOf" srcId="{64373A7D-C7A5-4C0C-9781-58743159539A}" destId="{33168228-1414-4AAF-B7E5-C08A80BBB2F1}" srcOrd="4" destOrd="0" presId="urn:microsoft.com/office/officeart/2017/3/layout/DropPinTimeline"/>
    <dgm:cxn modelId="{360C951A-2AD1-4A99-AAA9-B7B53FC1B0C7}" type="presParOf" srcId="{64373A7D-C7A5-4C0C-9781-58743159539A}" destId="{C791BCDD-76D3-4E0E-98B9-0C4903CF0E94}" srcOrd="5" destOrd="0" presId="urn:microsoft.com/office/officeart/2017/3/layout/DropPinTimeline"/>
    <dgm:cxn modelId="{35346C2A-6E88-41AD-BD47-ECD72929FCE5}" type="presParOf" srcId="{46A6B157-7198-41C4-9D25-C4F8885F1B6F}" destId="{3B1DA912-FDB7-4F73-8823-B30C56F7DE86}" srcOrd="3" destOrd="0" presId="urn:microsoft.com/office/officeart/2017/3/layout/DropPinTimeline"/>
    <dgm:cxn modelId="{E59057FA-847A-4126-8700-B9A4F3696325}" type="presParOf" srcId="{46A6B157-7198-41C4-9D25-C4F8885F1B6F}" destId="{DCEEC7C0-6CAC-4153-B66A-D920E3B7F504}" srcOrd="4" destOrd="0" presId="urn:microsoft.com/office/officeart/2017/3/layout/DropPinTimeline"/>
    <dgm:cxn modelId="{B82CCAF6-442B-46AB-9B68-6E7B4D62FD9B}" type="presParOf" srcId="{DCEEC7C0-6CAC-4153-B66A-D920E3B7F504}" destId="{56361E50-9FEC-48AD-A369-C1A8379B35EC}" srcOrd="0" destOrd="0" presId="urn:microsoft.com/office/officeart/2017/3/layout/DropPinTimeline"/>
    <dgm:cxn modelId="{FB91546B-98B7-42EC-A236-9D4B68AB7E57}" type="presParOf" srcId="{DCEEC7C0-6CAC-4153-B66A-D920E3B7F504}" destId="{70AC7E27-D774-4261-A80F-683BBD09A81D}" srcOrd="1" destOrd="0" presId="urn:microsoft.com/office/officeart/2017/3/layout/DropPinTimeline"/>
    <dgm:cxn modelId="{128291DE-3A47-4667-A1F6-84B5CC1950A2}" type="presParOf" srcId="{70AC7E27-D774-4261-A80F-683BBD09A81D}" destId="{7BC09B8D-1C75-4604-9F35-AEC078447C45}" srcOrd="0" destOrd="0" presId="urn:microsoft.com/office/officeart/2017/3/layout/DropPinTimeline"/>
    <dgm:cxn modelId="{F0A235D5-6DBF-4491-AD12-E87E187B0F86}" type="presParOf" srcId="{70AC7E27-D774-4261-A80F-683BBD09A81D}" destId="{DFE91A1F-E910-48AB-A4C9-128002268483}" srcOrd="1" destOrd="0" presId="urn:microsoft.com/office/officeart/2017/3/layout/DropPinTimeline"/>
    <dgm:cxn modelId="{629159BF-4A21-4870-8C08-E54A5441F29B}" type="presParOf" srcId="{DCEEC7C0-6CAC-4153-B66A-D920E3B7F504}" destId="{FC8603F2-85FC-4134-978C-4054E468209C}" srcOrd="2" destOrd="0" presId="urn:microsoft.com/office/officeart/2017/3/layout/DropPinTimeline"/>
    <dgm:cxn modelId="{3971FE38-66D8-41D3-BE10-92A1B7610DA7}" type="presParOf" srcId="{DCEEC7C0-6CAC-4153-B66A-D920E3B7F504}" destId="{4EB3AA5C-1289-44C6-9F3E-859ABA28E18F}" srcOrd="3" destOrd="0" presId="urn:microsoft.com/office/officeart/2017/3/layout/DropPinTimeline"/>
    <dgm:cxn modelId="{24B473FE-5054-4EAD-B373-555E7D091AD5}" type="presParOf" srcId="{DCEEC7C0-6CAC-4153-B66A-D920E3B7F504}" destId="{0BB03C0E-97EC-4D66-9B09-35D689DAB28C}" srcOrd="4" destOrd="0" presId="urn:microsoft.com/office/officeart/2017/3/layout/DropPinTimeline"/>
    <dgm:cxn modelId="{2B1D1BBE-6BAE-45B9-9995-CBBA5ED2EAC5}" type="presParOf" srcId="{DCEEC7C0-6CAC-4153-B66A-D920E3B7F504}" destId="{1A7A92CB-81F0-42D4-87BF-4008DEFA9CA8}" srcOrd="5" destOrd="0" presId="urn:microsoft.com/office/officeart/2017/3/layout/DropPinTimeline"/>
    <dgm:cxn modelId="{4B2CE620-6FD2-4B47-808E-767E9CD6E11B}" type="presParOf" srcId="{46A6B157-7198-41C4-9D25-C4F8885F1B6F}" destId="{ABE3202B-256B-4398-8B41-CB40EDB06266}" srcOrd="5" destOrd="0" presId="urn:microsoft.com/office/officeart/2017/3/layout/DropPinTimeline"/>
    <dgm:cxn modelId="{0A9A6102-F00A-4BE8-99F2-80FE0510D070}" type="presParOf" srcId="{46A6B157-7198-41C4-9D25-C4F8885F1B6F}" destId="{B744CD57-FD23-4E62-9589-4CAC57B034E9}" srcOrd="6" destOrd="0" presId="urn:microsoft.com/office/officeart/2017/3/layout/DropPinTimeline"/>
    <dgm:cxn modelId="{80501AE2-53E9-4D67-A594-F44DD214D7C2}" type="presParOf" srcId="{B744CD57-FD23-4E62-9589-4CAC57B034E9}" destId="{D891B168-1DA5-4124-931F-A51FCB8EFC11}" srcOrd="0" destOrd="0" presId="urn:microsoft.com/office/officeart/2017/3/layout/DropPinTimeline"/>
    <dgm:cxn modelId="{4D35DB16-6124-4B05-B478-8F4429226C6A}" type="presParOf" srcId="{B744CD57-FD23-4E62-9589-4CAC57B034E9}" destId="{42206762-CD73-4F82-B16A-D168E2503215}" srcOrd="1" destOrd="0" presId="urn:microsoft.com/office/officeart/2017/3/layout/DropPinTimeline"/>
    <dgm:cxn modelId="{AFAA8AC7-581B-4388-BFDB-A430EF0404FD}" type="presParOf" srcId="{42206762-CD73-4F82-B16A-D168E2503215}" destId="{C0DBECBF-E3AA-450B-95D4-8349AA21B4F8}" srcOrd="0" destOrd="0" presId="urn:microsoft.com/office/officeart/2017/3/layout/DropPinTimeline"/>
    <dgm:cxn modelId="{105641F0-544B-453F-B1D8-5713903E4682}" type="presParOf" srcId="{42206762-CD73-4F82-B16A-D168E2503215}" destId="{6EDDD44C-F5E4-49AD-B1D9-346B8B8AEE8F}" srcOrd="1" destOrd="0" presId="urn:microsoft.com/office/officeart/2017/3/layout/DropPinTimeline"/>
    <dgm:cxn modelId="{23AA1CD9-5481-4A25-AA47-1E309DD4E86A}" type="presParOf" srcId="{B744CD57-FD23-4E62-9589-4CAC57B034E9}" destId="{FE564261-183D-47F9-8E7E-BCFC5023A815}" srcOrd="2" destOrd="0" presId="urn:microsoft.com/office/officeart/2017/3/layout/DropPinTimeline"/>
    <dgm:cxn modelId="{6F6D3A0F-FECD-4629-BF0C-38737E381D62}" type="presParOf" srcId="{B744CD57-FD23-4E62-9589-4CAC57B034E9}" destId="{3DA36ABE-9810-4ED4-9A55-2905E7588D06}" srcOrd="3" destOrd="0" presId="urn:microsoft.com/office/officeart/2017/3/layout/DropPinTimeline"/>
    <dgm:cxn modelId="{18ABBD94-4B15-4F9E-B420-EF8067A53E59}" type="presParOf" srcId="{B744CD57-FD23-4E62-9589-4CAC57B034E9}" destId="{4B9F5909-A57C-4893-9C8A-D5960FE9BE37}" srcOrd="4" destOrd="0" presId="urn:microsoft.com/office/officeart/2017/3/layout/DropPinTimeline"/>
    <dgm:cxn modelId="{3A6EE7AF-C1D7-4FFA-BDB4-755BC98362FD}" type="presParOf" srcId="{B744CD57-FD23-4E62-9589-4CAC57B034E9}" destId="{DEDCEF89-DB8F-4197-B2D2-2D39426E0B96}" srcOrd="5" destOrd="0" presId="urn:microsoft.com/office/officeart/2017/3/layout/DropPinTimeline"/>
    <dgm:cxn modelId="{7B15E33A-34F5-40D3-9CD6-849B365E3CBA}" type="presParOf" srcId="{46A6B157-7198-41C4-9D25-C4F8885F1B6F}" destId="{4A96FD2F-C127-41DC-AA54-1EEBED6BA483}" srcOrd="7" destOrd="0" presId="urn:microsoft.com/office/officeart/2017/3/layout/DropPinTimeline"/>
    <dgm:cxn modelId="{8C7BB85F-FA93-45E7-9CE6-E6668DA2157F}" type="presParOf" srcId="{46A6B157-7198-41C4-9D25-C4F8885F1B6F}" destId="{A1AE2BC4-A99C-4DD3-A84D-EB3461D18287}" srcOrd="8" destOrd="0" presId="urn:microsoft.com/office/officeart/2017/3/layout/DropPinTimeline"/>
    <dgm:cxn modelId="{9BDE40F9-332B-43F6-B5F2-904336B3E2E2}" type="presParOf" srcId="{A1AE2BC4-A99C-4DD3-A84D-EB3461D18287}" destId="{278CF1E0-B1C4-4B10-A5EC-FD7EF0557E2D}" srcOrd="0" destOrd="0" presId="urn:microsoft.com/office/officeart/2017/3/layout/DropPinTimeline"/>
    <dgm:cxn modelId="{A45F876D-0399-4209-99E5-BAF9A0A9A0FA}" type="presParOf" srcId="{A1AE2BC4-A99C-4DD3-A84D-EB3461D18287}" destId="{27B65FB4-BE6A-41E6-BBE9-8DC9F7B73486}" srcOrd="1" destOrd="0" presId="urn:microsoft.com/office/officeart/2017/3/layout/DropPinTimeline"/>
    <dgm:cxn modelId="{294D0375-99E3-4A04-94E3-5D7DA36F61E4}" type="presParOf" srcId="{27B65FB4-BE6A-41E6-BBE9-8DC9F7B73486}" destId="{488CC4C6-DFBC-460C-A9ED-BEDA8CC682D4}" srcOrd="0" destOrd="0" presId="urn:microsoft.com/office/officeart/2017/3/layout/DropPinTimeline"/>
    <dgm:cxn modelId="{29335C10-EF6A-47DE-B0D3-9F04E5635A46}" type="presParOf" srcId="{27B65FB4-BE6A-41E6-BBE9-8DC9F7B73486}" destId="{48CA82DA-B677-461B-A08D-337683480059}" srcOrd="1" destOrd="0" presId="urn:microsoft.com/office/officeart/2017/3/layout/DropPinTimeline"/>
    <dgm:cxn modelId="{2F8CDC64-8858-4EB2-9148-A1F1844C0E3C}" type="presParOf" srcId="{A1AE2BC4-A99C-4DD3-A84D-EB3461D18287}" destId="{D1646913-A3FA-4470-A3E9-C64B0A13A62A}" srcOrd="2" destOrd="0" presId="urn:microsoft.com/office/officeart/2017/3/layout/DropPinTimeline"/>
    <dgm:cxn modelId="{D14EE3E2-BA3E-42AC-BEA2-572DF977A427}" type="presParOf" srcId="{A1AE2BC4-A99C-4DD3-A84D-EB3461D18287}" destId="{6EC2FC68-E1B8-4274-8090-C2C96A4CD82C}" srcOrd="3" destOrd="0" presId="urn:microsoft.com/office/officeart/2017/3/layout/DropPinTimeline"/>
    <dgm:cxn modelId="{923BB741-8273-439D-B9E2-1712691E3DE7}" type="presParOf" srcId="{A1AE2BC4-A99C-4DD3-A84D-EB3461D18287}" destId="{4F41BF23-550C-4E7F-977E-3D22E3AF7B51}" srcOrd="4" destOrd="0" presId="urn:microsoft.com/office/officeart/2017/3/layout/DropPinTimeline"/>
    <dgm:cxn modelId="{DD7D202E-CFA7-477E-AD34-2617E864E544}" type="presParOf" srcId="{A1AE2BC4-A99C-4DD3-A84D-EB3461D18287}" destId="{5018695D-CFD4-49F8-8967-BA8A0C0A0DE1}" srcOrd="5" destOrd="0" presId="urn:microsoft.com/office/officeart/2017/3/layout/DropPinTimeline"/>
    <dgm:cxn modelId="{D3E93E96-16D8-4A3E-BC6E-D4D386449E5E}" type="presParOf" srcId="{46A6B157-7198-41C4-9D25-C4F8885F1B6F}" destId="{61EA613E-57A8-485F-A4A9-29037092E83A}" srcOrd="9" destOrd="0" presId="urn:microsoft.com/office/officeart/2017/3/layout/DropPinTimeline"/>
    <dgm:cxn modelId="{CFE01775-C14B-4EDE-9E85-145F934516E5}" type="presParOf" srcId="{46A6B157-7198-41C4-9D25-C4F8885F1B6F}" destId="{0F3B3032-C16A-44EB-AE28-CB7C1D797D2B}" srcOrd="10" destOrd="0" presId="urn:microsoft.com/office/officeart/2017/3/layout/DropPinTimeline"/>
    <dgm:cxn modelId="{1C4D72CA-B300-4FEC-B5A9-D34FA56FE7E7}" type="presParOf" srcId="{0F3B3032-C16A-44EB-AE28-CB7C1D797D2B}" destId="{A64C6D16-2F77-439A-848A-F1081C5E5CBE}" srcOrd="0" destOrd="0" presId="urn:microsoft.com/office/officeart/2017/3/layout/DropPinTimeline"/>
    <dgm:cxn modelId="{7F9D72D2-5D75-4FF9-9F60-DE1AEFC42171}" type="presParOf" srcId="{0F3B3032-C16A-44EB-AE28-CB7C1D797D2B}" destId="{8EFC6EAF-71E5-48C3-9F69-6FB96640B14F}" srcOrd="1" destOrd="0" presId="urn:microsoft.com/office/officeart/2017/3/layout/DropPinTimeline"/>
    <dgm:cxn modelId="{D6418E4F-48ED-4E39-B9D9-FA010EF76866}" type="presParOf" srcId="{8EFC6EAF-71E5-48C3-9F69-6FB96640B14F}" destId="{73F98938-B973-410F-B6E0-43437FA146E6}" srcOrd="0" destOrd="0" presId="urn:microsoft.com/office/officeart/2017/3/layout/DropPinTimeline"/>
    <dgm:cxn modelId="{3E887726-7BD7-4074-8164-C71F4A6DAEE0}" type="presParOf" srcId="{8EFC6EAF-71E5-48C3-9F69-6FB96640B14F}" destId="{26BE64BD-02BC-4C6F-AC50-F9617E59754D}" srcOrd="1" destOrd="0" presId="urn:microsoft.com/office/officeart/2017/3/layout/DropPinTimeline"/>
    <dgm:cxn modelId="{6B3983BD-FDD8-4464-99B0-B737226ED090}" type="presParOf" srcId="{0F3B3032-C16A-44EB-AE28-CB7C1D797D2B}" destId="{5C5070CD-E29E-4F50-9A43-342A2DE968FF}" srcOrd="2" destOrd="0" presId="urn:microsoft.com/office/officeart/2017/3/layout/DropPinTimeline"/>
    <dgm:cxn modelId="{E040483A-E1D0-4CB5-AE78-35D83557FA15}" type="presParOf" srcId="{0F3B3032-C16A-44EB-AE28-CB7C1D797D2B}" destId="{6FED4196-A0D3-4E5C-83DA-99291A8FFFC3}" srcOrd="3" destOrd="0" presId="urn:microsoft.com/office/officeart/2017/3/layout/DropPinTimeline"/>
    <dgm:cxn modelId="{875E4306-BBD7-4464-A7BB-9A46E06C2634}" type="presParOf" srcId="{0F3B3032-C16A-44EB-AE28-CB7C1D797D2B}" destId="{54DE4918-169B-4E9C-B946-44A9D45AEC94}" srcOrd="4" destOrd="0" presId="urn:microsoft.com/office/officeart/2017/3/layout/DropPinTimeline"/>
    <dgm:cxn modelId="{14880338-8CF6-48F7-B22F-D70D12F904EB}" type="presParOf" srcId="{0F3B3032-C16A-44EB-AE28-CB7C1D797D2B}" destId="{75F2030E-997B-4809-B3F1-AEF48EEEDB2B}" srcOrd="5" destOrd="0" presId="urn:microsoft.com/office/officeart/2017/3/layout/DropPinTimeline"/>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085546-7C7C-4B3E-ABEB-2669F1A65FB2}" type="doc">
      <dgm:prSet loTypeId="urn:microsoft.com/office/officeart/2017/3/layout/DropPinTimeline" loCatId="process" qsTypeId="urn:microsoft.com/office/officeart/2005/8/quickstyle/simple2#2" qsCatId="simple" csTypeId="urn:microsoft.com/office/officeart/2005/8/colors/accent1_2#2" csCatId="accent1" phldr="1"/>
      <dgm:spPr/>
      <dgm:t>
        <a:bodyPr rtlCol="0"/>
        <a:lstStyle/>
        <a:p>
          <a:pPr rtl="0"/>
          <a:endParaRPr lang="en-US"/>
        </a:p>
      </dgm:t>
    </dgm:pt>
    <dgm:pt modelId="{9DCEA5FC-4640-45AF-B712-7A4FD94AEF0D}">
      <dgm:prSet phldrT="[Text]" custT="1"/>
      <dgm:spPr/>
      <dgm:t>
        <a:bodyPr rtlCol="0"/>
        <a:lstStyle/>
        <a:p>
          <a:r>
            <a:rPr lang="en-US" altLang="zh-CN" sz="1600" b="1" noProof="0" dirty="0">
              <a:solidFill>
                <a:schemeClr val="bg1"/>
              </a:solidFill>
              <a:latin typeface="Microsoft YaHei UI" panose="020B0503020204020204" pitchFamily="34" charset="-122"/>
              <a:ea typeface="Microsoft YaHei UI" panose="020B0503020204020204" pitchFamily="34" charset="-122"/>
            </a:rPr>
            <a:t>1</a:t>
          </a:r>
          <a:endParaRPr lang="zh-CN" altLang="en-US" sz="1100" noProof="0" dirty="0">
            <a:solidFill>
              <a:schemeClr val="bg1"/>
            </a:solidFill>
            <a:latin typeface="Microsoft YaHei UI" panose="020B0503020204020204" pitchFamily="34" charset="-122"/>
            <a:ea typeface="Microsoft YaHei UI" panose="020B0503020204020204" pitchFamily="34" charset="-122"/>
          </a:endParaRPr>
        </a:p>
      </dgm:t>
    </dgm:pt>
    <dgm:pt modelId="{929A5FD9-0612-4B79-9B59-C3C36D34A069}" type="parTrans" cxnId="{DBD99269-D7F7-4B47-B17B-A5AE402751D9}">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0A99745B-BB5C-49B3-A782-8DB57641F6C9}" type="sibTrans" cxnId="{DBD99269-D7F7-4B47-B17B-A5AE402751D9}">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831701CF-77C7-46C0-A913-8CC39517BAB8}">
      <dgm:prSet phldrT="[Text]" custT="1"/>
      <dgm:spPr/>
      <dgm:t>
        <a:bodyPr rtlCol="0"/>
        <a:lstStyle/>
        <a:p>
          <a:pPr marL="0" lvl="0" indent="0" algn="l" defTabSz="844550">
            <a:lnSpc>
              <a:spcPct val="90000"/>
            </a:lnSpc>
            <a:spcBef>
              <a:spcPct val="0"/>
            </a:spcBef>
            <a:spcAft>
              <a:spcPct val="35000"/>
            </a:spcAft>
            <a:buNone/>
          </a:pPr>
          <a:r>
            <a:rPr lang="zh-CN" altLang="zh-CN" sz="1900" kern="1200" noProof="0" dirty="0">
              <a:solidFill>
                <a:srgbClr val="FFFFFF"/>
              </a:solidFill>
              <a:latin typeface="Microsoft YaHei UI" panose="020B0503020204020204" pitchFamily="34" charset="-122"/>
              <a:ea typeface="Microsoft YaHei UI" panose="020B0503020204020204" pitchFamily="34" charset="-122"/>
              <a:cs typeface="+mn-cs"/>
            </a:rPr>
            <a:t>对同性恋的不了解和恐惧</a:t>
          </a:r>
          <a:endParaRPr lang="en-US" altLang="zh-CN" sz="1900" kern="1200" noProof="0" dirty="0">
            <a:solidFill>
              <a:srgbClr val="FFFFFF"/>
            </a:solidFill>
            <a:latin typeface="Microsoft YaHei UI" panose="020B0503020204020204" pitchFamily="34" charset="-122"/>
            <a:ea typeface="Microsoft YaHei UI" panose="020B0503020204020204" pitchFamily="34" charset="-122"/>
            <a:cs typeface="+mn-cs"/>
          </a:endParaRPr>
        </a:p>
      </dgm:t>
    </dgm:pt>
    <dgm:pt modelId="{13FBC60D-3EA6-4496-BA97-C1AE8C7F8961}" type="parTrans" cxnId="{39A11E5C-7A57-4117-A6DF-36000C29509C}">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75156CDF-E17B-4DAD-AE37-EA44D7F37090}" type="sibTrans" cxnId="{39A11E5C-7A57-4117-A6DF-36000C29509C}">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CA6B1BA0-B2FC-48AD-8EDA-F4AAA4AF2782}">
      <dgm:prSet custT="1"/>
      <dgm:spPr/>
      <dgm:t>
        <a:bodyPr rtlCol="0"/>
        <a:lstStyle/>
        <a:p>
          <a:endParaRPr lang="en-US" altLang="zh-CN" sz="1100" noProof="0" dirty="0">
            <a:solidFill>
              <a:schemeClr val="bg1"/>
            </a:solidFill>
            <a:latin typeface="Microsoft YaHei UI" panose="020B0503020204020204" pitchFamily="34" charset="-122"/>
            <a:ea typeface="Microsoft YaHei UI" panose="020B0503020204020204" pitchFamily="34" charset="-122"/>
          </a:endParaRPr>
        </a:p>
      </dgm:t>
    </dgm:pt>
    <dgm:pt modelId="{D7D3AA07-BCB9-4212-A556-E90870FB1413}" type="parTrans" cxnId="{CD6B6EE8-3813-4EF1-BFEC-C005A3326D63}">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39FB540D-D808-4040-9A37-0AC474C0212F}" type="sibTrans" cxnId="{CD6B6EE8-3813-4EF1-BFEC-C005A3326D63}">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3CB04A44-4013-4CA7-90FD-29AFC3C15E37}">
      <dgm:prSet/>
      <dgm:spPr/>
      <dgm:t>
        <a:bodyPr rtlCol="0"/>
        <a:lstStyle/>
        <a:p>
          <a:endParaRPr lang="en-US" altLang="zh-CN" noProof="0" dirty="0">
            <a:solidFill>
              <a:schemeClr val="bg1"/>
            </a:solidFill>
            <a:latin typeface="Microsoft YaHei UI" panose="020B0503020204020204" pitchFamily="34" charset="-122"/>
            <a:ea typeface="Microsoft YaHei UI" panose="020B0503020204020204" pitchFamily="34" charset="-122"/>
          </a:endParaRPr>
        </a:p>
      </dgm:t>
    </dgm:pt>
    <dgm:pt modelId="{ECEE936A-E3CC-4209-BECC-1CD0C85A2B72}" type="parTrans" cxnId="{24A8F052-3377-4BA4-8C62-CCF5039C85D7}">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D7A8F7A0-47A3-4464-B3B7-E0806DF46627}" type="sibTrans" cxnId="{24A8F052-3377-4BA4-8C62-CCF5039C85D7}">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212ADAAB-D5CB-4BBC-8DAF-7340FD334994}">
      <dgm:prSet custT="1"/>
      <dgm:spPr/>
      <dgm:t>
        <a:bodyPr rtlCol="0"/>
        <a:lstStyle/>
        <a:p>
          <a:r>
            <a:rPr lang="en-US" altLang="zh-CN" sz="1600" b="1" noProof="0" dirty="0">
              <a:solidFill>
                <a:schemeClr val="bg1"/>
              </a:solidFill>
              <a:latin typeface="Microsoft YaHei UI" panose="020B0503020204020204" pitchFamily="34" charset="-122"/>
              <a:ea typeface="Microsoft YaHei UI" panose="020B0503020204020204" pitchFamily="34" charset="-122"/>
            </a:rPr>
            <a:t>3</a:t>
          </a:r>
          <a:endParaRPr lang="en-US" altLang="zh-CN" sz="1100" noProof="0" dirty="0">
            <a:solidFill>
              <a:schemeClr val="bg1"/>
            </a:solidFill>
            <a:latin typeface="Microsoft YaHei UI" panose="020B0503020204020204" pitchFamily="34" charset="-122"/>
            <a:ea typeface="Microsoft YaHei UI" panose="020B0503020204020204" pitchFamily="34" charset="-122"/>
          </a:endParaRPr>
        </a:p>
      </dgm:t>
    </dgm:pt>
    <dgm:pt modelId="{45F6D312-A686-491E-95E3-EFB9640CC472}" type="parTrans" cxnId="{C8C7266C-2A0C-476A-85B3-F12BE2521F4C}">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AB2787E4-2A8B-428D-A4AE-2B14DCFFC4E7}" type="sibTrans" cxnId="{C8C7266C-2A0C-476A-85B3-F12BE2521F4C}">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2AEE5C11-34AE-4EB7-8907-9BED418EA471}">
      <dgm:prSet custT="1"/>
      <dgm:spPr/>
      <dgm:t>
        <a:bodyPr rtlCol="0"/>
        <a:lstStyle/>
        <a:p>
          <a:pPr marL="0" lvl="0" indent="0" algn="l" defTabSz="844550">
            <a:lnSpc>
              <a:spcPct val="90000"/>
            </a:lnSpc>
            <a:spcBef>
              <a:spcPct val="0"/>
            </a:spcBef>
            <a:spcAft>
              <a:spcPct val="35000"/>
            </a:spcAft>
            <a:buNone/>
          </a:pPr>
          <a:r>
            <a:rPr lang="zh-CN" altLang="zh-CN" sz="1900" kern="1200" noProof="0" dirty="0">
              <a:solidFill>
                <a:srgbClr val="FFFFFF"/>
              </a:solidFill>
              <a:latin typeface="Microsoft YaHei UI" panose="020B0503020204020204" pitchFamily="34" charset="-122"/>
              <a:ea typeface="Microsoft YaHei UI" panose="020B0503020204020204" pitchFamily="34" charset="-122"/>
              <a:cs typeface="+mn-cs"/>
            </a:rPr>
            <a:t>对异己的排斥和防御机制等</a:t>
          </a:r>
          <a:endParaRPr lang="en-US" altLang="zh-CN" sz="1900" kern="1200" noProof="0" dirty="0">
            <a:solidFill>
              <a:srgbClr val="FFFFFF"/>
            </a:solidFill>
            <a:latin typeface="Microsoft YaHei UI" panose="020B0503020204020204" pitchFamily="34" charset="-122"/>
            <a:ea typeface="Microsoft YaHei UI" panose="020B0503020204020204" pitchFamily="34" charset="-122"/>
            <a:cs typeface="+mn-cs"/>
          </a:endParaRPr>
        </a:p>
      </dgm:t>
    </dgm:pt>
    <dgm:pt modelId="{2E14AD1F-C7EA-45AE-ADC0-0EE92A6516CB}" type="parTrans" cxnId="{DD687B5C-28C8-4088-99B8-D375C5FDAE4A}">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F36FDDA0-6B91-47CB-8114-B6F076E55FC8}" type="sibTrans" cxnId="{DD687B5C-28C8-4088-99B8-D375C5FDAE4A}">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A2560FD2-F12F-4A06-A96F-B86674952111}">
      <dgm:prSet/>
      <dgm:spPr/>
      <dgm:t>
        <a:bodyPr rtlCol="0"/>
        <a:lstStyle/>
        <a:p>
          <a:endParaRPr lang="zh-CN" altLang="en-US" b="0" i="1" noProof="0" dirty="0">
            <a:solidFill>
              <a:schemeClr val="bg1"/>
            </a:solidFill>
            <a:latin typeface="Microsoft YaHei UI" panose="020B0503020204020204" pitchFamily="34" charset="-122"/>
            <a:ea typeface="Microsoft YaHei UI" panose="020B0503020204020204" pitchFamily="34" charset="-122"/>
          </a:endParaRPr>
        </a:p>
      </dgm:t>
    </dgm:pt>
    <dgm:pt modelId="{96173659-138A-4A00-AE0B-9063EA9393A6}" type="parTrans" cxnId="{F9D8B584-9399-4A2B-8ADC-F71293A4822C}">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D3C3BC3F-2256-4FBC-AFA5-0D035E3EACD7}" type="sibTrans" cxnId="{F9D8B584-9399-4A2B-8ADC-F71293A4822C}">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683CC5F6-E9B5-49F2-909E-A68D38896308}">
      <dgm:prSet custT="1"/>
      <dgm:spPr/>
      <dgm:t>
        <a:bodyPr rtlCol="0"/>
        <a:lstStyle/>
        <a:p>
          <a:pPr marL="0" lvl="0" indent="0" algn="l" defTabSz="711200">
            <a:lnSpc>
              <a:spcPct val="90000"/>
            </a:lnSpc>
            <a:spcBef>
              <a:spcPct val="0"/>
            </a:spcBef>
            <a:spcAft>
              <a:spcPct val="35000"/>
            </a:spcAft>
            <a:buNone/>
          </a:pPr>
          <a:r>
            <a:rPr lang="en-US" altLang="zh-CN" sz="1600" b="1" kern="1200" noProof="0" dirty="0">
              <a:solidFill>
                <a:srgbClr val="FFFFFF"/>
              </a:solidFill>
              <a:latin typeface="Microsoft YaHei UI" panose="020B0503020204020204" pitchFamily="34" charset="-122"/>
              <a:ea typeface="Microsoft YaHei UI" panose="020B0503020204020204" pitchFamily="34" charset="-122"/>
              <a:cs typeface="+mn-cs"/>
            </a:rPr>
            <a:t>2</a:t>
          </a:r>
          <a:endParaRPr lang="zh-CN" altLang="en-US" sz="1600" b="1" kern="1200" noProof="0" dirty="0">
            <a:solidFill>
              <a:srgbClr val="FFFFFF"/>
            </a:solidFill>
            <a:latin typeface="Microsoft YaHei UI" panose="020B0503020204020204" pitchFamily="34" charset="-122"/>
            <a:ea typeface="Microsoft YaHei UI" panose="020B0503020204020204" pitchFamily="34" charset="-122"/>
            <a:cs typeface="+mn-cs"/>
          </a:endParaRPr>
        </a:p>
      </dgm:t>
    </dgm:pt>
    <dgm:pt modelId="{4C61DDEE-8BBF-4CBF-B066-7E60B6DF0A11}" type="sibTrans" cxnId="{59786CF9-070F-4821-A4E9-D33DB930D8D2}">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15BFC747-B881-4328-BFBE-9BC128388CC6}" type="parTrans" cxnId="{59786CF9-070F-4821-A4E9-D33DB930D8D2}">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4EA069F3-397F-40D5-94A6-32C3E355C277}">
      <dgm:prSet custT="1"/>
      <dgm:spPr/>
      <dgm:t>
        <a:bodyPr rtlCol="0" anchor="t"/>
        <a:lstStyle/>
        <a:p>
          <a:r>
            <a:rPr lang="zh-CN" altLang="zh-CN" sz="1900" noProof="0" dirty="0">
              <a:solidFill>
                <a:schemeClr val="bg1"/>
              </a:solidFill>
              <a:latin typeface="Microsoft YaHei UI" panose="020B0503020204020204" pitchFamily="34" charset="-122"/>
              <a:ea typeface="Microsoft YaHei UI" panose="020B0503020204020204" pitchFamily="34" charset="-122"/>
            </a:rPr>
            <a:t>试图通过贬低他人来维持自己的自尊感</a:t>
          </a:r>
          <a:endParaRPr lang="en-US" altLang="zh-CN" sz="1900" i="1" noProof="0" dirty="0">
            <a:solidFill>
              <a:schemeClr val="bg1"/>
            </a:solidFill>
            <a:latin typeface="Microsoft YaHei UI" panose="020B0503020204020204" pitchFamily="34" charset="-122"/>
            <a:ea typeface="Microsoft YaHei UI" panose="020B0503020204020204" pitchFamily="34" charset="-122"/>
          </a:endParaRPr>
        </a:p>
      </dgm:t>
    </dgm:pt>
    <dgm:pt modelId="{2F99115B-608E-4E08-A503-B74879A76D07}" type="parTrans" cxnId="{BC5A70C8-9D97-4922-BCDB-6316D191C527}">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E94D5EF7-F47C-476C-A5FE-1C35261B578A}" type="sibTrans" cxnId="{BC5A70C8-9D97-4922-BCDB-6316D191C527}">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1E529C6E-C939-479A-A075-9E9B02837B50}">
      <dgm:prSet/>
      <dgm:spPr/>
      <dgm:t>
        <a:bodyPr rtlCol="0" anchor="b"/>
        <a:lstStyle/>
        <a:p>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46B3C017-F97A-4640-992A-33AEE06B2EFC}" type="parTrans" cxnId="{99746BB5-7122-43B8-8680-CF610F03585C}">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192E80CB-2667-481C-8244-6EC4AEED1BC2}" type="sibTrans" cxnId="{99746BB5-7122-43B8-8680-CF610F03585C}">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096A9AF0-0DAE-4EB3-B448-4501DA034F4A}">
      <dgm:prSet phldrT="[Text]" custT="1"/>
      <dgm:spPr/>
      <dgm:t>
        <a:bodyPr rtlCol="0"/>
        <a:lstStyle/>
        <a:p>
          <a:br>
            <a:rPr lang="zh-CN" altLang="en-US" sz="1100" noProof="0" dirty="0">
              <a:solidFill>
                <a:schemeClr val="bg1"/>
              </a:solidFill>
              <a:latin typeface="Microsoft YaHei UI" panose="020B0503020204020204" pitchFamily="34" charset="-122"/>
              <a:ea typeface="Microsoft YaHei UI" panose="020B0503020204020204" pitchFamily="34" charset="-122"/>
            </a:rPr>
          </a:br>
          <a:endParaRPr lang="en-US" altLang="zh-CN" sz="1100" noProof="0" dirty="0">
            <a:solidFill>
              <a:schemeClr val="bg1"/>
            </a:solidFill>
            <a:latin typeface="Microsoft YaHei UI" panose="020B0503020204020204" pitchFamily="34" charset="-122"/>
            <a:ea typeface="Microsoft YaHei UI" panose="020B0503020204020204" pitchFamily="34" charset="-122"/>
          </a:endParaRPr>
        </a:p>
      </dgm:t>
    </dgm:pt>
    <dgm:pt modelId="{6B0D7DA9-E6ED-4137-9716-F48BF62327A8}" type="sibTrans" cxnId="{CA0753BD-DB60-4D68-8486-5B376B839B26}">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8CE6ABD6-768E-42C8-9029-C3B5F278B21C}" type="parTrans" cxnId="{CA0753BD-DB60-4D68-8486-5B376B839B26}">
      <dgm:prSet/>
      <dgm:spPr/>
      <dgm:t>
        <a:bodyPr rtlCol="0"/>
        <a:lstStyle/>
        <a:p>
          <a:pPr rtl="0"/>
          <a:endParaRPr lang="zh-CN" altLang="en-US" noProof="0" dirty="0">
            <a:solidFill>
              <a:schemeClr val="bg1"/>
            </a:solidFill>
            <a:latin typeface="Microsoft YaHei UI" panose="020B0503020204020204" pitchFamily="34" charset="-122"/>
            <a:ea typeface="Microsoft YaHei UI" panose="020B0503020204020204" pitchFamily="34" charset="-122"/>
          </a:endParaRPr>
        </a:p>
      </dgm:t>
    </dgm:pt>
    <dgm:pt modelId="{7A5D3400-AF5B-4297-8592-4C1EDB9D0973}" type="pres">
      <dgm:prSet presAssocID="{63085546-7C7C-4B3E-ABEB-2669F1A65FB2}" presName="root" presStyleCnt="0">
        <dgm:presLayoutVars>
          <dgm:chMax/>
          <dgm:chPref/>
          <dgm:animLvl val="lvl"/>
        </dgm:presLayoutVars>
      </dgm:prSet>
      <dgm:spPr/>
    </dgm:pt>
    <dgm:pt modelId="{BD204284-1F7C-4D58-BC79-8C2DEE7E9FAF}" type="pres">
      <dgm:prSet presAssocID="{63085546-7C7C-4B3E-ABEB-2669F1A65FB2}" presName="divider" presStyleLbl="fgAcc1" presStyleIdx="0" presStyleCnt="7" custFlipVert="1" custSzY="105708"/>
      <dgm:spPr>
        <a:prstGeom prst="homePlate">
          <a:avLst/>
        </a:prstGeom>
        <a:solidFill>
          <a:schemeClr val="accent5">
            <a:alpha val="90000"/>
          </a:schemeClr>
        </a:solidFill>
        <a:ln>
          <a:noFill/>
        </a:ln>
      </dgm:spPr>
    </dgm:pt>
    <dgm:pt modelId="{46A6B157-7198-41C4-9D25-C4F8885F1B6F}" type="pres">
      <dgm:prSet presAssocID="{63085546-7C7C-4B3E-ABEB-2669F1A65FB2}" presName="nodes" presStyleCnt="0">
        <dgm:presLayoutVars>
          <dgm:chMax/>
          <dgm:chPref/>
          <dgm:animLvl val="lvl"/>
        </dgm:presLayoutVars>
      </dgm:prSet>
      <dgm:spPr/>
    </dgm:pt>
    <dgm:pt modelId="{578E6A06-6F61-48BD-9F1A-48E731D6E26D}" type="pres">
      <dgm:prSet presAssocID="{9DCEA5FC-4640-45AF-B712-7A4FD94AEF0D}" presName="composite" presStyleCnt="0"/>
      <dgm:spPr/>
    </dgm:pt>
    <dgm:pt modelId="{9F727168-E825-43C1-AF50-41E115F59C0C}" type="pres">
      <dgm:prSet presAssocID="{9DCEA5FC-4640-45AF-B712-7A4FD94AEF0D}" presName="ConnectorPoint" presStyleLbl="lnNode1" presStyleIdx="0" presStyleCnt="6"/>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0C380CA5-521A-4949-A022-450DA9C217F5}" type="pres">
      <dgm:prSet presAssocID="{9DCEA5FC-4640-45AF-B712-7A4FD94AEF0D}" presName="DropPinPlaceHolder" presStyleCnt="0"/>
      <dgm:spPr/>
    </dgm:pt>
    <dgm:pt modelId="{19EF924A-339B-436A-9151-9C7B0B0377B9}" type="pres">
      <dgm:prSet presAssocID="{9DCEA5FC-4640-45AF-B712-7A4FD94AEF0D}" presName="DropPin" presStyleLbl="alignNode1" presStyleIdx="0" presStyleCnt="6"/>
      <dgm:spPr/>
    </dgm:pt>
    <dgm:pt modelId="{846B4BA4-33F0-43CE-A60E-B95E195AD5A9}" type="pres">
      <dgm:prSet presAssocID="{9DCEA5FC-4640-45AF-B712-7A4FD94AEF0D}" presName="Ellipse" presStyleLbl="fgAcc1" presStyleIdx="1" presStyleCnt="7"/>
      <dgm:spPr>
        <a:prstGeom prst="donut">
          <a:avLst/>
        </a:prstGeom>
      </dgm:spPr>
    </dgm:pt>
    <dgm:pt modelId="{A782CF5D-A585-4990-846A-5EDBD19A9BDB}" type="pres">
      <dgm:prSet presAssocID="{9DCEA5FC-4640-45AF-B712-7A4FD94AEF0D}" presName="L2TextContainer" presStyleLbl="revTx" presStyleIdx="0" presStyleCnt="12">
        <dgm:presLayoutVars>
          <dgm:bulletEnabled val="1"/>
        </dgm:presLayoutVars>
      </dgm:prSet>
      <dgm:spPr/>
    </dgm:pt>
    <dgm:pt modelId="{85C50C56-6DC8-4C47-8DBC-4FD6B1554AA4}" type="pres">
      <dgm:prSet presAssocID="{9DCEA5FC-4640-45AF-B712-7A4FD94AEF0D}" presName="L1TextContainer" presStyleLbl="revTx" presStyleIdx="1" presStyleCnt="12">
        <dgm:presLayoutVars>
          <dgm:chMax val="1"/>
          <dgm:chPref val="1"/>
          <dgm:bulletEnabled val="1"/>
        </dgm:presLayoutVars>
      </dgm:prSet>
      <dgm:spPr/>
    </dgm:pt>
    <dgm:pt modelId="{4F322B1B-F357-4BCD-BF34-8A0D705A1CE7}" type="pres">
      <dgm:prSet presAssocID="{9DCEA5FC-4640-45AF-B712-7A4FD94AEF0D}" presName="ConnectLine" presStyleLbl="sibTrans1D1" presStyleIdx="0" presStyleCnt="6"/>
      <dgm:spPr>
        <a:noFill/>
        <a:ln w="12700" cap="flat" cmpd="sng" algn="ctr">
          <a:solidFill>
            <a:schemeClr val="accent1">
              <a:hueOff val="0"/>
              <a:satOff val="0"/>
              <a:lumOff val="0"/>
              <a:alphaOff val="0"/>
            </a:schemeClr>
          </a:solidFill>
          <a:prstDash val="dash"/>
        </a:ln>
        <a:effectLst/>
      </dgm:spPr>
    </dgm:pt>
    <dgm:pt modelId="{9FF32B1E-94FD-475E-9959-8E0546070C5B}" type="pres">
      <dgm:prSet presAssocID="{9DCEA5FC-4640-45AF-B712-7A4FD94AEF0D}" presName="EmptyPlaceHolder" presStyleCnt="0"/>
      <dgm:spPr/>
    </dgm:pt>
    <dgm:pt modelId="{C9E000F5-B650-46EB-A3B0-FBA6593CE548}" type="pres">
      <dgm:prSet presAssocID="{0A99745B-BB5C-49B3-A782-8DB57641F6C9}" presName="spaceBetweenRectangles" presStyleCnt="0"/>
      <dgm:spPr/>
    </dgm:pt>
    <dgm:pt modelId="{64373A7D-C7A5-4C0C-9781-58743159539A}" type="pres">
      <dgm:prSet presAssocID="{096A9AF0-0DAE-4EB3-B448-4501DA034F4A}" presName="composite" presStyleCnt="0"/>
      <dgm:spPr/>
    </dgm:pt>
    <dgm:pt modelId="{B57996C3-16BE-4CEB-B9E2-6FFC42938F41}" type="pres">
      <dgm:prSet presAssocID="{096A9AF0-0DAE-4EB3-B448-4501DA034F4A}" presName="ConnectorPoint" presStyleLbl="lnNode1" presStyleIdx="1" presStyleCnt="6"/>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BC71368F-DA7E-405D-93AC-3A6767BF9FC6}" type="pres">
      <dgm:prSet presAssocID="{096A9AF0-0DAE-4EB3-B448-4501DA034F4A}" presName="DropPinPlaceHolder" presStyleCnt="0"/>
      <dgm:spPr/>
    </dgm:pt>
    <dgm:pt modelId="{5B4632EA-1574-417A-A3FA-D711159FBAD1}" type="pres">
      <dgm:prSet presAssocID="{096A9AF0-0DAE-4EB3-B448-4501DA034F4A}" presName="DropPin" presStyleLbl="alignNode1" presStyleIdx="1" presStyleCnt="6"/>
      <dgm:spPr/>
    </dgm:pt>
    <dgm:pt modelId="{032E0966-F86B-4BBD-BE80-8FAB861AF0E8}" type="pres">
      <dgm:prSet presAssocID="{096A9AF0-0DAE-4EB3-B448-4501DA034F4A}" presName="Ellipse" presStyleLbl="fgAcc1" presStyleIdx="2" presStyleCnt="7"/>
      <dgm:spPr>
        <a:prstGeom prst="donut">
          <a:avLst/>
        </a:prstGeom>
      </dgm:spPr>
    </dgm:pt>
    <dgm:pt modelId="{B608C5A1-CE9E-4410-9F2F-F714CC6AB069}" type="pres">
      <dgm:prSet presAssocID="{096A9AF0-0DAE-4EB3-B448-4501DA034F4A}" presName="L2TextContainer" presStyleLbl="revTx" presStyleIdx="2" presStyleCnt="12">
        <dgm:presLayoutVars>
          <dgm:bulletEnabled val="1"/>
        </dgm:presLayoutVars>
      </dgm:prSet>
      <dgm:spPr/>
    </dgm:pt>
    <dgm:pt modelId="{C1E34084-406C-48D5-88FE-7226282DBC49}" type="pres">
      <dgm:prSet presAssocID="{096A9AF0-0DAE-4EB3-B448-4501DA034F4A}" presName="L1TextContainer" presStyleLbl="revTx" presStyleIdx="3" presStyleCnt="12">
        <dgm:presLayoutVars>
          <dgm:chMax val="1"/>
          <dgm:chPref val="1"/>
          <dgm:bulletEnabled val="1"/>
        </dgm:presLayoutVars>
      </dgm:prSet>
      <dgm:spPr/>
    </dgm:pt>
    <dgm:pt modelId="{33168228-1414-4AAF-B7E5-C08A80BBB2F1}" type="pres">
      <dgm:prSet presAssocID="{096A9AF0-0DAE-4EB3-B448-4501DA034F4A}" presName="ConnectLine" presStyleLbl="sibTrans1D1" presStyleIdx="1" presStyleCnt="6"/>
      <dgm:spPr>
        <a:xfrm>
          <a:off x="1843314" y="2690813"/>
          <a:ext cx="0" cy="1592961"/>
        </a:xfrm>
        <a:prstGeom prst="line">
          <a:avLst/>
        </a:prstGeom>
      </dgm:spPr>
    </dgm:pt>
    <dgm:pt modelId="{C791BCDD-76D3-4E0E-98B9-0C4903CF0E94}" type="pres">
      <dgm:prSet presAssocID="{096A9AF0-0DAE-4EB3-B448-4501DA034F4A}" presName="EmptyPlaceHolder" presStyleCnt="0"/>
      <dgm:spPr/>
    </dgm:pt>
    <dgm:pt modelId="{3B1DA912-FDB7-4F73-8823-B30C56F7DE86}" type="pres">
      <dgm:prSet presAssocID="{6B0D7DA9-E6ED-4137-9716-F48BF62327A8}" presName="spaceBetweenRectangles" presStyleCnt="0"/>
      <dgm:spPr/>
    </dgm:pt>
    <dgm:pt modelId="{DCEEC7C0-6CAC-4153-B66A-D920E3B7F504}" type="pres">
      <dgm:prSet presAssocID="{683CC5F6-E9B5-49F2-909E-A68D38896308}" presName="composite" presStyleCnt="0"/>
      <dgm:spPr/>
    </dgm:pt>
    <dgm:pt modelId="{56361E50-9FEC-48AD-A369-C1A8379B35EC}" type="pres">
      <dgm:prSet presAssocID="{683CC5F6-E9B5-49F2-909E-A68D38896308}" presName="ConnectorPoint" presStyleLbl="lnNode1" presStyleIdx="2" presStyleCnt="6"/>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70AC7E27-D774-4261-A80F-683BBD09A81D}" type="pres">
      <dgm:prSet presAssocID="{683CC5F6-E9B5-49F2-909E-A68D38896308}" presName="DropPinPlaceHolder" presStyleCnt="0"/>
      <dgm:spPr/>
    </dgm:pt>
    <dgm:pt modelId="{7BC09B8D-1C75-4604-9F35-AEC078447C45}" type="pres">
      <dgm:prSet presAssocID="{683CC5F6-E9B5-49F2-909E-A68D38896308}" presName="DropPin" presStyleLbl="alignNode1" presStyleIdx="2" presStyleCnt="6"/>
      <dgm:spPr>
        <a:prstGeom prst="ellipse">
          <a:avLst/>
        </a:prstGeom>
      </dgm:spPr>
    </dgm:pt>
    <dgm:pt modelId="{DFE91A1F-E910-48AB-A4C9-128002268483}" type="pres">
      <dgm:prSet presAssocID="{683CC5F6-E9B5-49F2-909E-A68D38896308}" presName="Ellipse" presStyleLbl="fgAcc1" presStyleIdx="3" presStyleCnt="7"/>
      <dgm:spPr>
        <a:prstGeom prst="star12">
          <a:avLst/>
        </a:prstGeom>
      </dgm:spPr>
    </dgm:pt>
    <dgm:pt modelId="{FC8603F2-85FC-4134-978C-4054E468209C}" type="pres">
      <dgm:prSet presAssocID="{683CC5F6-E9B5-49F2-909E-A68D38896308}" presName="L2TextContainer" presStyleLbl="revTx" presStyleIdx="4" presStyleCnt="12">
        <dgm:presLayoutVars>
          <dgm:bulletEnabled val="1"/>
        </dgm:presLayoutVars>
      </dgm:prSet>
      <dgm:spPr/>
    </dgm:pt>
    <dgm:pt modelId="{4EB3AA5C-1289-44C6-9F3E-859ABA28E18F}" type="pres">
      <dgm:prSet presAssocID="{683CC5F6-E9B5-49F2-909E-A68D38896308}" presName="L1TextContainer" presStyleLbl="revTx" presStyleIdx="5" presStyleCnt="12">
        <dgm:presLayoutVars>
          <dgm:chMax val="1"/>
          <dgm:chPref val="1"/>
          <dgm:bulletEnabled val="1"/>
        </dgm:presLayoutVars>
      </dgm:prSet>
      <dgm:spPr/>
    </dgm:pt>
    <dgm:pt modelId="{0BB03C0E-97EC-4D66-9B09-35D689DAB28C}" type="pres">
      <dgm:prSet presAssocID="{683CC5F6-E9B5-49F2-909E-A68D38896308}" presName="ConnectLine" presStyleLbl="sibTrans1D1" presStyleIdx="2" presStyleCnt="6"/>
      <dgm:spPr>
        <a:noFill/>
        <a:ln w="12700" cap="flat" cmpd="sng" algn="ctr">
          <a:solidFill>
            <a:schemeClr val="accent1">
              <a:hueOff val="0"/>
              <a:satOff val="0"/>
              <a:lumOff val="0"/>
              <a:alphaOff val="0"/>
            </a:schemeClr>
          </a:solidFill>
          <a:prstDash val="dash"/>
        </a:ln>
        <a:effectLst/>
      </dgm:spPr>
    </dgm:pt>
    <dgm:pt modelId="{1A7A92CB-81F0-42D4-87BF-4008DEFA9CA8}" type="pres">
      <dgm:prSet presAssocID="{683CC5F6-E9B5-49F2-909E-A68D38896308}" presName="EmptyPlaceHolder" presStyleCnt="0"/>
      <dgm:spPr/>
    </dgm:pt>
    <dgm:pt modelId="{ABE3202B-256B-4398-8B41-CB40EDB06266}" type="pres">
      <dgm:prSet presAssocID="{4C61DDEE-8BBF-4CBF-B066-7E60B6DF0A11}" presName="spaceBetweenRectangles" presStyleCnt="0"/>
      <dgm:spPr/>
    </dgm:pt>
    <dgm:pt modelId="{B744CD57-FD23-4E62-9589-4CAC57B034E9}" type="pres">
      <dgm:prSet presAssocID="{CA6B1BA0-B2FC-48AD-8EDA-F4AAA4AF2782}" presName="composite" presStyleCnt="0"/>
      <dgm:spPr/>
    </dgm:pt>
    <dgm:pt modelId="{D891B168-1DA5-4124-931F-A51FCB8EFC11}" type="pres">
      <dgm:prSet presAssocID="{CA6B1BA0-B2FC-48AD-8EDA-F4AAA4AF2782}" presName="ConnectorPoint" presStyleLbl="lnNode1" presStyleIdx="3" presStyleCnt="6"/>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42206762-CD73-4F82-B16A-D168E2503215}" type="pres">
      <dgm:prSet presAssocID="{CA6B1BA0-B2FC-48AD-8EDA-F4AAA4AF2782}" presName="DropPinPlaceHolder" presStyleCnt="0"/>
      <dgm:spPr/>
    </dgm:pt>
    <dgm:pt modelId="{C0DBECBF-E3AA-450B-95D4-8349AA21B4F8}" type="pres">
      <dgm:prSet presAssocID="{CA6B1BA0-B2FC-48AD-8EDA-F4AAA4AF2782}" presName="DropPin" presStyleLbl="alignNode1" presStyleIdx="3" presStyleCnt="6"/>
      <dgm:spPr/>
    </dgm:pt>
    <dgm:pt modelId="{6EDDD44C-F5E4-49AD-B1D9-346B8B8AEE8F}" type="pres">
      <dgm:prSet presAssocID="{CA6B1BA0-B2FC-48AD-8EDA-F4AAA4AF2782}" presName="Ellipse" presStyleLbl="fgAcc1" presStyleIdx="4" presStyleCnt="7"/>
      <dgm:spPr>
        <a:prstGeom prst="donut">
          <a:avLst/>
        </a:prstGeom>
      </dgm:spPr>
    </dgm:pt>
    <dgm:pt modelId="{FE564261-183D-47F9-8E7E-BCFC5023A815}" type="pres">
      <dgm:prSet presAssocID="{CA6B1BA0-B2FC-48AD-8EDA-F4AAA4AF2782}" presName="L2TextContainer" presStyleLbl="revTx" presStyleIdx="6" presStyleCnt="12">
        <dgm:presLayoutVars>
          <dgm:bulletEnabled val="1"/>
        </dgm:presLayoutVars>
      </dgm:prSet>
      <dgm:spPr/>
    </dgm:pt>
    <dgm:pt modelId="{3DA36ABE-9810-4ED4-9A55-2905E7588D06}" type="pres">
      <dgm:prSet presAssocID="{CA6B1BA0-B2FC-48AD-8EDA-F4AAA4AF2782}" presName="L1TextContainer" presStyleLbl="revTx" presStyleIdx="7" presStyleCnt="12">
        <dgm:presLayoutVars>
          <dgm:chMax val="1"/>
          <dgm:chPref val="1"/>
          <dgm:bulletEnabled val="1"/>
        </dgm:presLayoutVars>
      </dgm:prSet>
      <dgm:spPr/>
    </dgm:pt>
    <dgm:pt modelId="{4B9F5909-A57C-4893-9C8A-D5960FE9BE37}" type="pres">
      <dgm:prSet presAssocID="{CA6B1BA0-B2FC-48AD-8EDA-F4AAA4AF2782}" presName="ConnectLine" presStyleLbl="sibTrans1D1" presStyleIdx="3" presStyleCnt="6"/>
      <dgm:spPr>
        <a:xfrm>
          <a:off x="4960678" y="2690813"/>
          <a:ext cx="0" cy="1592961"/>
        </a:xfrm>
        <a:prstGeom prst="line">
          <a:avLst/>
        </a:prstGeom>
      </dgm:spPr>
    </dgm:pt>
    <dgm:pt modelId="{DEDCEF89-DB8F-4197-B2D2-2D39426E0B96}" type="pres">
      <dgm:prSet presAssocID="{CA6B1BA0-B2FC-48AD-8EDA-F4AAA4AF2782}" presName="EmptyPlaceHolder" presStyleCnt="0"/>
      <dgm:spPr/>
    </dgm:pt>
    <dgm:pt modelId="{4A96FD2F-C127-41DC-AA54-1EEBED6BA483}" type="pres">
      <dgm:prSet presAssocID="{39FB540D-D808-4040-9A37-0AC474C0212F}" presName="spaceBetweenRectangles" presStyleCnt="0"/>
      <dgm:spPr/>
    </dgm:pt>
    <dgm:pt modelId="{A1AE2BC4-A99C-4DD3-A84D-EB3461D18287}" type="pres">
      <dgm:prSet presAssocID="{212ADAAB-D5CB-4BBC-8DAF-7340FD334994}" presName="composite" presStyleCnt="0"/>
      <dgm:spPr/>
    </dgm:pt>
    <dgm:pt modelId="{278CF1E0-B1C4-4B10-A5EC-FD7EF0557E2D}" type="pres">
      <dgm:prSet presAssocID="{212ADAAB-D5CB-4BBC-8DAF-7340FD334994}" presName="ConnectorPoint" presStyleLbl="lnNode1" presStyleIdx="4" presStyleCnt="6"/>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27B65FB4-BE6A-41E6-BBE9-8DC9F7B73486}" type="pres">
      <dgm:prSet presAssocID="{212ADAAB-D5CB-4BBC-8DAF-7340FD334994}" presName="DropPinPlaceHolder" presStyleCnt="0"/>
      <dgm:spPr/>
    </dgm:pt>
    <dgm:pt modelId="{488CC4C6-DFBC-460C-A9ED-BEDA8CC682D4}" type="pres">
      <dgm:prSet presAssocID="{212ADAAB-D5CB-4BBC-8DAF-7340FD334994}" presName="DropPin" presStyleLbl="alignNode1" presStyleIdx="4" presStyleCnt="6"/>
      <dgm:spPr/>
    </dgm:pt>
    <dgm:pt modelId="{48CA82DA-B677-461B-A08D-337683480059}" type="pres">
      <dgm:prSet presAssocID="{212ADAAB-D5CB-4BBC-8DAF-7340FD334994}" presName="Ellipse" presStyleLbl="fgAcc1" presStyleIdx="5" presStyleCnt="7"/>
      <dgm:spPr>
        <a:prstGeom prst="donut">
          <a:avLst/>
        </a:prstGeom>
      </dgm:spPr>
    </dgm:pt>
    <dgm:pt modelId="{D1646913-A3FA-4470-A3E9-C64B0A13A62A}" type="pres">
      <dgm:prSet presAssocID="{212ADAAB-D5CB-4BBC-8DAF-7340FD334994}" presName="L2TextContainer" presStyleLbl="revTx" presStyleIdx="8" presStyleCnt="12">
        <dgm:presLayoutVars>
          <dgm:bulletEnabled val="1"/>
        </dgm:presLayoutVars>
      </dgm:prSet>
      <dgm:spPr/>
    </dgm:pt>
    <dgm:pt modelId="{6EC2FC68-E1B8-4274-8090-C2C96A4CD82C}" type="pres">
      <dgm:prSet presAssocID="{212ADAAB-D5CB-4BBC-8DAF-7340FD334994}" presName="L1TextContainer" presStyleLbl="revTx" presStyleIdx="9" presStyleCnt="12">
        <dgm:presLayoutVars>
          <dgm:chMax val="1"/>
          <dgm:chPref val="1"/>
          <dgm:bulletEnabled val="1"/>
        </dgm:presLayoutVars>
      </dgm:prSet>
      <dgm:spPr/>
    </dgm:pt>
    <dgm:pt modelId="{4F41BF23-550C-4E7F-977E-3D22E3AF7B51}" type="pres">
      <dgm:prSet presAssocID="{212ADAAB-D5CB-4BBC-8DAF-7340FD334994}" presName="ConnectLine" presStyleLbl="sibTrans1D1" presStyleIdx="4" presStyleCnt="6"/>
      <dgm:spPr>
        <a:xfrm>
          <a:off x="6519360" y="1097851"/>
          <a:ext cx="0" cy="1592961"/>
        </a:xfrm>
        <a:prstGeom prst="line">
          <a:avLst/>
        </a:prstGeom>
      </dgm:spPr>
    </dgm:pt>
    <dgm:pt modelId="{5018695D-CFD4-49F8-8967-BA8A0C0A0DE1}" type="pres">
      <dgm:prSet presAssocID="{212ADAAB-D5CB-4BBC-8DAF-7340FD334994}" presName="EmptyPlaceHolder" presStyleCnt="0"/>
      <dgm:spPr/>
    </dgm:pt>
    <dgm:pt modelId="{61EA613E-57A8-485F-A4A9-29037092E83A}" type="pres">
      <dgm:prSet presAssocID="{AB2787E4-2A8B-428D-A4AE-2B14DCFFC4E7}" presName="spaceBetweenRectangles" presStyleCnt="0"/>
      <dgm:spPr/>
    </dgm:pt>
    <dgm:pt modelId="{0F3B3032-C16A-44EB-AE28-CB7C1D797D2B}" type="pres">
      <dgm:prSet presAssocID="{A2560FD2-F12F-4A06-A96F-B86674952111}" presName="composite" presStyleCnt="0"/>
      <dgm:spPr/>
    </dgm:pt>
    <dgm:pt modelId="{A64C6D16-2F77-439A-848A-F1081C5E5CBE}" type="pres">
      <dgm:prSet presAssocID="{A2560FD2-F12F-4A06-A96F-B86674952111}" presName="ConnectorPoint" presStyleLbl="lnNode1" presStyleIdx="5" presStyleCnt="6"/>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8EFC6EAF-71E5-48C3-9F69-6FB96640B14F}" type="pres">
      <dgm:prSet presAssocID="{A2560FD2-F12F-4A06-A96F-B86674952111}" presName="DropPinPlaceHolder" presStyleCnt="0"/>
      <dgm:spPr/>
    </dgm:pt>
    <dgm:pt modelId="{73F98938-B973-410F-B6E0-43437FA146E6}" type="pres">
      <dgm:prSet presAssocID="{A2560FD2-F12F-4A06-A96F-B86674952111}" presName="DropPin" presStyleLbl="alignNode1" presStyleIdx="5" presStyleCnt="6"/>
      <dgm:spPr>
        <a:prstGeom prst="ellipse">
          <a:avLst/>
        </a:prstGeom>
      </dgm:spPr>
    </dgm:pt>
    <dgm:pt modelId="{26BE64BD-02BC-4C6F-AC50-F9617E59754D}" type="pres">
      <dgm:prSet presAssocID="{A2560FD2-F12F-4A06-A96F-B86674952111}" presName="Ellipse" presStyleLbl="fgAcc1" presStyleIdx="6" presStyleCnt="7"/>
      <dgm:spPr>
        <a:prstGeom prst="star12">
          <a:avLst/>
        </a:prstGeom>
      </dgm:spPr>
    </dgm:pt>
    <dgm:pt modelId="{5C5070CD-E29E-4F50-9A43-342A2DE968FF}" type="pres">
      <dgm:prSet presAssocID="{A2560FD2-F12F-4A06-A96F-B86674952111}" presName="L2TextContainer" presStyleLbl="revTx" presStyleIdx="10" presStyleCnt="12">
        <dgm:presLayoutVars>
          <dgm:bulletEnabled val="1"/>
        </dgm:presLayoutVars>
      </dgm:prSet>
      <dgm:spPr/>
    </dgm:pt>
    <dgm:pt modelId="{6FED4196-A0D3-4E5C-83DA-99291A8FFFC3}" type="pres">
      <dgm:prSet presAssocID="{A2560FD2-F12F-4A06-A96F-B86674952111}" presName="L1TextContainer" presStyleLbl="revTx" presStyleIdx="11" presStyleCnt="12">
        <dgm:presLayoutVars>
          <dgm:chMax val="1"/>
          <dgm:chPref val="1"/>
          <dgm:bulletEnabled val="1"/>
        </dgm:presLayoutVars>
      </dgm:prSet>
      <dgm:spPr/>
    </dgm:pt>
    <dgm:pt modelId="{54DE4918-169B-4E9C-B946-44A9D45AEC94}" type="pres">
      <dgm:prSet presAssocID="{A2560FD2-F12F-4A06-A96F-B86674952111}" presName="ConnectLine" presStyleLbl="sibTrans1D1" presStyleIdx="5" presStyleCnt="6"/>
      <dgm:spPr>
        <a:xfrm>
          <a:off x="8078042" y="2690813"/>
          <a:ext cx="0" cy="1592961"/>
        </a:xfrm>
        <a:prstGeom prst="line">
          <a:avLst/>
        </a:prstGeom>
      </dgm:spPr>
    </dgm:pt>
    <dgm:pt modelId="{75F2030E-997B-4809-B3F1-AEF48EEEDB2B}" type="pres">
      <dgm:prSet presAssocID="{A2560FD2-F12F-4A06-A96F-B86674952111}" presName="EmptyPlaceHolder" presStyleCnt="0"/>
      <dgm:spPr/>
    </dgm:pt>
  </dgm:ptLst>
  <dgm:cxnLst>
    <dgm:cxn modelId="{987E6208-6FBF-4818-8D82-020440E776B4}" type="presOf" srcId="{9DCEA5FC-4640-45AF-B712-7A4FD94AEF0D}" destId="{85C50C56-6DC8-4C47-8DBC-4FD6B1554AA4}" srcOrd="0" destOrd="0" presId="urn:microsoft.com/office/officeart/2017/3/layout/DropPinTimeline"/>
    <dgm:cxn modelId="{995FAD0D-905C-4246-BEA6-E4CD468035A2}" type="presOf" srcId="{096A9AF0-0DAE-4EB3-B448-4501DA034F4A}" destId="{C1E34084-406C-48D5-88FE-7226282DBC49}" srcOrd="0" destOrd="0" presId="urn:microsoft.com/office/officeart/2017/3/layout/DropPinTimeline"/>
    <dgm:cxn modelId="{60631413-8B80-40CB-9203-B81CD7EC7CD0}" type="presOf" srcId="{1E529C6E-C939-479A-A075-9E9B02837B50}" destId="{5C5070CD-E29E-4F50-9A43-342A2DE968FF}" srcOrd="0" destOrd="0" presId="urn:microsoft.com/office/officeart/2017/3/layout/DropPinTimeline"/>
    <dgm:cxn modelId="{1C1A9A2A-3385-4187-A01C-97035BFB0369}" type="presOf" srcId="{A2560FD2-F12F-4A06-A96F-B86674952111}" destId="{6FED4196-A0D3-4E5C-83DA-99291A8FFFC3}" srcOrd="0" destOrd="0" presId="urn:microsoft.com/office/officeart/2017/3/layout/DropPinTimeline"/>
    <dgm:cxn modelId="{2CC2803D-31E2-494C-ADFC-FD81060C6D02}" type="presOf" srcId="{2AEE5C11-34AE-4EB7-8907-9BED418EA471}" destId="{D1646913-A3FA-4470-A3E9-C64B0A13A62A}" srcOrd="0" destOrd="0" presId="urn:microsoft.com/office/officeart/2017/3/layout/DropPinTimeline"/>
    <dgm:cxn modelId="{39A11E5C-7A57-4117-A6DF-36000C29509C}" srcId="{9DCEA5FC-4640-45AF-B712-7A4FD94AEF0D}" destId="{831701CF-77C7-46C0-A913-8CC39517BAB8}" srcOrd="0" destOrd="0" parTransId="{13FBC60D-3EA6-4496-BA97-C1AE8C7F8961}" sibTransId="{75156CDF-E17B-4DAD-AE37-EA44D7F37090}"/>
    <dgm:cxn modelId="{DD687B5C-28C8-4088-99B8-D375C5FDAE4A}" srcId="{212ADAAB-D5CB-4BBC-8DAF-7340FD334994}" destId="{2AEE5C11-34AE-4EB7-8907-9BED418EA471}" srcOrd="0" destOrd="0" parTransId="{2E14AD1F-C7EA-45AE-ADC0-0EE92A6516CB}" sibTransId="{F36FDDA0-6B91-47CB-8114-B6F076E55FC8}"/>
    <dgm:cxn modelId="{63AB0265-EE84-426B-AD79-2D63AA53D68A}" type="presOf" srcId="{683CC5F6-E9B5-49F2-909E-A68D38896308}" destId="{4EB3AA5C-1289-44C6-9F3E-859ABA28E18F}" srcOrd="0" destOrd="0" presId="urn:microsoft.com/office/officeart/2017/3/layout/DropPinTimeline"/>
    <dgm:cxn modelId="{DBD99269-D7F7-4B47-B17B-A5AE402751D9}" srcId="{63085546-7C7C-4B3E-ABEB-2669F1A65FB2}" destId="{9DCEA5FC-4640-45AF-B712-7A4FD94AEF0D}" srcOrd="0" destOrd="0" parTransId="{929A5FD9-0612-4B79-9B59-C3C36D34A069}" sibTransId="{0A99745B-BB5C-49B3-A782-8DB57641F6C9}"/>
    <dgm:cxn modelId="{C8C7266C-2A0C-476A-85B3-F12BE2521F4C}" srcId="{63085546-7C7C-4B3E-ABEB-2669F1A65FB2}" destId="{212ADAAB-D5CB-4BBC-8DAF-7340FD334994}" srcOrd="4" destOrd="0" parTransId="{45F6D312-A686-491E-95E3-EFB9640CC472}" sibTransId="{AB2787E4-2A8B-428D-A4AE-2B14DCFFC4E7}"/>
    <dgm:cxn modelId="{24A8F052-3377-4BA4-8C62-CCF5039C85D7}" srcId="{CA6B1BA0-B2FC-48AD-8EDA-F4AAA4AF2782}" destId="{3CB04A44-4013-4CA7-90FD-29AFC3C15E37}" srcOrd="0" destOrd="0" parTransId="{ECEE936A-E3CC-4209-BECC-1CD0C85A2B72}" sibTransId="{D7A8F7A0-47A3-4464-B3B7-E0806DF46627}"/>
    <dgm:cxn modelId="{30821C78-AFB0-420D-8288-048EDC6649CD}" type="presOf" srcId="{212ADAAB-D5CB-4BBC-8DAF-7340FD334994}" destId="{6EC2FC68-E1B8-4274-8090-C2C96A4CD82C}" srcOrd="0" destOrd="0" presId="urn:microsoft.com/office/officeart/2017/3/layout/DropPinTimeline"/>
    <dgm:cxn modelId="{F9D8B584-9399-4A2B-8ADC-F71293A4822C}" srcId="{63085546-7C7C-4B3E-ABEB-2669F1A65FB2}" destId="{A2560FD2-F12F-4A06-A96F-B86674952111}" srcOrd="5" destOrd="0" parTransId="{96173659-138A-4A00-AE0B-9063EA9393A6}" sibTransId="{D3C3BC3F-2256-4FBC-AFA5-0D035E3EACD7}"/>
    <dgm:cxn modelId="{17EA6585-A3CA-49D9-A4E8-4EA5E8670A02}" type="presOf" srcId="{4EA069F3-397F-40D5-94A6-32C3E355C277}" destId="{FC8603F2-85FC-4134-978C-4054E468209C}" srcOrd="0" destOrd="0" presId="urn:microsoft.com/office/officeart/2017/3/layout/DropPinTimeline"/>
    <dgm:cxn modelId="{D0B1DC87-C933-4D24-BC28-BB96D1BE402A}" type="presOf" srcId="{CA6B1BA0-B2FC-48AD-8EDA-F4AAA4AF2782}" destId="{3DA36ABE-9810-4ED4-9A55-2905E7588D06}" srcOrd="0" destOrd="0" presId="urn:microsoft.com/office/officeart/2017/3/layout/DropPinTimeline"/>
    <dgm:cxn modelId="{4731C8A4-66FB-42EB-9357-E1DC5B2CFC3F}" type="presOf" srcId="{831701CF-77C7-46C0-A913-8CC39517BAB8}" destId="{A782CF5D-A585-4990-846A-5EDBD19A9BDB}" srcOrd="0" destOrd="0" presId="urn:microsoft.com/office/officeart/2017/3/layout/DropPinTimeline"/>
    <dgm:cxn modelId="{99746BB5-7122-43B8-8680-CF610F03585C}" srcId="{A2560FD2-F12F-4A06-A96F-B86674952111}" destId="{1E529C6E-C939-479A-A075-9E9B02837B50}" srcOrd="0" destOrd="0" parTransId="{46B3C017-F97A-4640-992A-33AEE06B2EFC}" sibTransId="{192E80CB-2667-481C-8244-6EC4AEED1BC2}"/>
    <dgm:cxn modelId="{87DFA5B7-83B7-4BCA-980A-FF288AD983E5}" type="presOf" srcId="{3CB04A44-4013-4CA7-90FD-29AFC3C15E37}" destId="{FE564261-183D-47F9-8E7E-BCFC5023A815}" srcOrd="0" destOrd="0" presId="urn:microsoft.com/office/officeart/2017/3/layout/DropPinTimeline"/>
    <dgm:cxn modelId="{CA0753BD-DB60-4D68-8486-5B376B839B26}" srcId="{63085546-7C7C-4B3E-ABEB-2669F1A65FB2}" destId="{096A9AF0-0DAE-4EB3-B448-4501DA034F4A}" srcOrd="1" destOrd="0" parTransId="{8CE6ABD6-768E-42C8-9029-C3B5F278B21C}" sibTransId="{6B0D7DA9-E6ED-4137-9716-F48BF62327A8}"/>
    <dgm:cxn modelId="{CB3F12BF-FFAB-4B6B-8AD9-1C5C1364E3A8}" type="presOf" srcId="{63085546-7C7C-4B3E-ABEB-2669F1A65FB2}" destId="{7A5D3400-AF5B-4297-8592-4C1EDB9D0973}" srcOrd="0" destOrd="0" presId="urn:microsoft.com/office/officeart/2017/3/layout/DropPinTimeline"/>
    <dgm:cxn modelId="{BC5A70C8-9D97-4922-BCDB-6316D191C527}" srcId="{683CC5F6-E9B5-49F2-909E-A68D38896308}" destId="{4EA069F3-397F-40D5-94A6-32C3E355C277}" srcOrd="0" destOrd="0" parTransId="{2F99115B-608E-4E08-A503-B74879A76D07}" sibTransId="{E94D5EF7-F47C-476C-A5FE-1C35261B578A}"/>
    <dgm:cxn modelId="{CD6B6EE8-3813-4EF1-BFEC-C005A3326D63}" srcId="{63085546-7C7C-4B3E-ABEB-2669F1A65FB2}" destId="{CA6B1BA0-B2FC-48AD-8EDA-F4AAA4AF2782}" srcOrd="3" destOrd="0" parTransId="{D7D3AA07-BCB9-4212-A556-E90870FB1413}" sibTransId="{39FB540D-D808-4040-9A37-0AC474C0212F}"/>
    <dgm:cxn modelId="{59786CF9-070F-4821-A4E9-D33DB930D8D2}" srcId="{63085546-7C7C-4B3E-ABEB-2669F1A65FB2}" destId="{683CC5F6-E9B5-49F2-909E-A68D38896308}" srcOrd="2" destOrd="0" parTransId="{15BFC747-B881-4328-BFBE-9BC128388CC6}" sibTransId="{4C61DDEE-8BBF-4CBF-B066-7E60B6DF0A11}"/>
    <dgm:cxn modelId="{7855D799-B7F1-42C4-B51A-6BAB4463E7AA}" type="presParOf" srcId="{7A5D3400-AF5B-4297-8592-4C1EDB9D0973}" destId="{BD204284-1F7C-4D58-BC79-8C2DEE7E9FAF}" srcOrd="0" destOrd="0" presId="urn:microsoft.com/office/officeart/2017/3/layout/DropPinTimeline"/>
    <dgm:cxn modelId="{5021CA74-DA6D-41C1-AB77-3DFDC0F87B9D}" type="presParOf" srcId="{7A5D3400-AF5B-4297-8592-4C1EDB9D0973}" destId="{46A6B157-7198-41C4-9D25-C4F8885F1B6F}" srcOrd="1" destOrd="0" presId="urn:microsoft.com/office/officeart/2017/3/layout/DropPinTimeline"/>
    <dgm:cxn modelId="{71EE67DA-1AFB-47E2-AE9F-162E771373B8}" type="presParOf" srcId="{46A6B157-7198-41C4-9D25-C4F8885F1B6F}" destId="{578E6A06-6F61-48BD-9F1A-48E731D6E26D}" srcOrd="0" destOrd="0" presId="urn:microsoft.com/office/officeart/2017/3/layout/DropPinTimeline"/>
    <dgm:cxn modelId="{DC74F29E-5521-4E9A-AE99-15A4777F9679}" type="presParOf" srcId="{578E6A06-6F61-48BD-9F1A-48E731D6E26D}" destId="{9F727168-E825-43C1-AF50-41E115F59C0C}" srcOrd="0" destOrd="0" presId="urn:microsoft.com/office/officeart/2017/3/layout/DropPinTimeline"/>
    <dgm:cxn modelId="{0F3C3050-EEFA-491F-B6D7-F4FC47260C29}" type="presParOf" srcId="{578E6A06-6F61-48BD-9F1A-48E731D6E26D}" destId="{0C380CA5-521A-4949-A022-450DA9C217F5}" srcOrd="1" destOrd="0" presId="urn:microsoft.com/office/officeart/2017/3/layout/DropPinTimeline"/>
    <dgm:cxn modelId="{7A3048AA-FDF2-4867-B85B-AC1915F18957}" type="presParOf" srcId="{0C380CA5-521A-4949-A022-450DA9C217F5}" destId="{19EF924A-339B-436A-9151-9C7B0B0377B9}" srcOrd="0" destOrd="0" presId="urn:microsoft.com/office/officeart/2017/3/layout/DropPinTimeline"/>
    <dgm:cxn modelId="{DA5A680B-108C-436B-9F6F-C2983AA7A769}" type="presParOf" srcId="{0C380CA5-521A-4949-A022-450DA9C217F5}" destId="{846B4BA4-33F0-43CE-A60E-B95E195AD5A9}" srcOrd="1" destOrd="0" presId="urn:microsoft.com/office/officeart/2017/3/layout/DropPinTimeline"/>
    <dgm:cxn modelId="{96B78FE3-9ABB-4A77-BABB-E52EC6124441}" type="presParOf" srcId="{578E6A06-6F61-48BD-9F1A-48E731D6E26D}" destId="{A782CF5D-A585-4990-846A-5EDBD19A9BDB}" srcOrd="2" destOrd="0" presId="urn:microsoft.com/office/officeart/2017/3/layout/DropPinTimeline"/>
    <dgm:cxn modelId="{BB2FC6F5-3544-45AC-930D-A6FC8C1198F5}" type="presParOf" srcId="{578E6A06-6F61-48BD-9F1A-48E731D6E26D}" destId="{85C50C56-6DC8-4C47-8DBC-4FD6B1554AA4}" srcOrd="3" destOrd="0" presId="urn:microsoft.com/office/officeart/2017/3/layout/DropPinTimeline"/>
    <dgm:cxn modelId="{1DF134D0-04A7-4AA1-A8CC-CBFA9135F98D}" type="presParOf" srcId="{578E6A06-6F61-48BD-9F1A-48E731D6E26D}" destId="{4F322B1B-F357-4BCD-BF34-8A0D705A1CE7}" srcOrd="4" destOrd="0" presId="urn:microsoft.com/office/officeart/2017/3/layout/DropPinTimeline"/>
    <dgm:cxn modelId="{538822C3-D342-4107-A9D5-F110AD9A616E}" type="presParOf" srcId="{578E6A06-6F61-48BD-9F1A-48E731D6E26D}" destId="{9FF32B1E-94FD-475E-9959-8E0546070C5B}" srcOrd="5" destOrd="0" presId="urn:microsoft.com/office/officeart/2017/3/layout/DropPinTimeline"/>
    <dgm:cxn modelId="{84BE10DC-749F-4BB3-BB1B-3CED24198736}" type="presParOf" srcId="{46A6B157-7198-41C4-9D25-C4F8885F1B6F}" destId="{C9E000F5-B650-46EB-A3B0-FBA6593CE548}" srcOrd="1" destOrd="0" presId="urn:microsoft.com/office/officeart/2017/3/layout/DropPinTimeline"/>
    <dgm:cxn modelId="{E7FF6C9D-05DB-49D9-BC17-49E3C7F3D181}" type="presParOf" srcId="{46A6B157-7198-41C4-9D25-C4F8885F1B6F}" destId="{64373A7D-C7A5-4C0C-9781-58743159539A}" srcOrd="2" destOrd="0" presId="urn:microsoft.com/office/officeart/2017/3/layout/DropPinTimeline"/>
    <dgm:cxn modelId="{FACF2D92-8500-4179-8F6A-C624B05FAEC1}" type="presParOf" srcId="{64373A7D-C7A5-4C0C-9781-58743159539A}" destId="{B57996C3-16BE-4CEB-B9E2-6FFC42938F41}" srcOrd="0" destOrd="0" presId="urn:microsoft.com/office/officeart/2017/3/layout/DropPinTimeline"/>
    <dgm:cxn modelId="{12FE0388-B819-4ABC-9721-3A9223FCADF4}" type="presParOf" srcId="{64373A7D-C7A5-4C0C-9781-58743159539A}" destId="{BC71368F-DA7E-405D-93AC-3A6767BF9FC6}" srcOrd="1" destOrd="0" presId="urn:microsoft.com/office/officeart/2017/3/layout/DropPinTimeline"/>
    <dgm:cxn modelId="{8D35E9BB-DA99-48E0-A867-949CAEAAA6D6}" type="presParOf" srcId="{BC71368F-DA7E-405D-93AC-3A6767BF9FC6}" destId="{5B4632EA-1574-417A-A3FA-D711159FBAD1}" srcOrd="0" destOrd="0" presId="urn:microsoft.com/office/officeart/2017/3/layout/DropPinTimeline"/>
    <dgm:cxn modelId="{D0388358-6C68-40DD-8CD3-BE893129D935}" type="presParOf" srcId="{BC71368F-DA7E-405D-93AC-3A6767BF9FC6}" destId="{032E0966-F86B-4BBD-BE80-8FAB861AF0E8}" srcOrd="1" destOrd="0" presId="urn:microsoft.com/office/officeart/2017/3/layout/DropPinTimeline"/>
    <dgm:cxn modelId="{E0FCD920-481D-4C5F-A576-55F0C1D5B3B7}" type="presParOf" srcId="{64373A7D-C7A5-4C0C-9781-58743159539A}" destId="{B608C5A1-CE9E-4410-9F2F-F714CC6AB069}" srcOrd="2" destOrd="0" presId="urn:microsoft.com/office/officeart/2017/3/layout/DropPinTimeline"/>
    <dgm:cxn modelId="{49B5B1AE-6FCE-42D4-9414-E335D81C76D0}" type="presParOf" srcId="{64373A7D-C7A5-4C0C-9781-58743159539A}" destId="{C1E34084-406C-48D5-88FE-7226282DBC49}" srcOrd="3" destOrd="0" presId="urn:microsoft.com/office/officeart/2017/3/layout/DropPinTimeline"/>
    <dgm:cxn modelId="{667712A9-633D-4DBA-A692-E37A521937E5}" type="presParOf" srcId="{64373A7D-C7A5-4C0C-9781-58743159539A}" destId="{33168228-1414-4AAF-B7E5-C08A80BBB2F1}" srcOrd="4" destOrd="0" presId="urn:microsoft.com/office/officeart/2017/3/layout/DropPinTimeline"/>
    <dgm:cxn modelId="{360C951A-2AD1-4A99-AAA9-B7B53FC1B0C7}" type="presParOf" srcId="{64373A7D-C7A5-4C0C-9781-58743159539A}" destId="{C791BCDD-76D3-4E0E-98B9-0C4903CF0E94}" srcOrd="5" destOrd="0" presId="urn:microsoft.com/office/officeart/2017/3/layout/DropPinTimeline"/>
    <dgm:cxn modelId="{35346C2A-6E88-41AD-BD47-ECD72929FCE5}" type="presParOf" srcId="{46A6B157-7198-41C4-9D25-C4F8885F1B6F}" destId="{3B1DA912-FDB7-4F73-8823-B30C56F7DE86}" srcOrd="3" destOrd="0" presId="urn:microsoft.com/office/officeart/2017/3/layout/DropPinTimeline"/>
    <dgm:cxn modelId="{E59057FA-847A-4126-8700-B9A4F3696325}" type="presParOf" srcId="{46A6B157-7198-41C4-9D25-C4F8885F1B6F}" destId="{DCEEC7C0-6CAC-4153-B66A-D920E3B7F504}" srcOrd="4" destOrd="0" presId="urn:microsoft.com/office/officeart/2017/3/layout/DropPinTimeline"/>
    <dgm:cxn modelId="{B82CCAF6-442B-46AB-9B68-6E7B4D62FD9B}" type="presParOf" srcId="{DCEEC7C0-6CAC-4153-B66A-D920E3B7F504}" destId="{56361E50-9FEC-48AD-A369-C1A8379B35EC}" srcOrd="0" destOrd="0" presId="urn:microsoft.com/office/officeart/2017/3/layout/DropPinTimeline"/>
    <dgm:cxn modelId="{FB91546B-98B7-42EC-A236-9D4B68AB7E57}" type="presParOf" srcId="{DCEEC7C0-6CAC-4153-B66A-D920E3B7F504}" destId="{70AC7E27-D774-4261-A80F-683BBD09A81D}" srcOrd="1" destOrd="0" presId="urn:microsoft.com/office/officeart/2017/3/layout/DropPinTimeline"/>
    <dgm:cxn modelId="{128291DE-3A47-4667-A1F6-84B5CC1950A2}" type="presParOf" srcId="{70AC7E27-D774-4261-A80F-683BBD09A81D}" destId="{7BC09B8D-1C75-4604-9F35-AEC078447C45}" srcOrd="0" destOrd="0" presId="urn:microsoft.com/office/officeart/2017/3/layout/DropPinTimeline"/>
    <dgm:cxn modelId="{F0A235D5-6DBF-4491-AD12-E87E187B0F86}" type="presParOf" srcId="{70AC7E27-D774-4261-A80F-683BBD09A81D}" destId="{DFE91A1F-E910-48AB-A4C9-128002268483}" srcOrd="1" destOrd="0" presId="urn:microsoft.com/office/officeart/2017/3/layout/DropPinTimeline"/>
    <dgm:cxn modelId="{629159BF-4A21-4870-8C08-E54A5441F29B}" type="presParOf" srcId="{DCEEC7C0-6CAC-4153-B66A-D920E3B7F504}" destId="{FC8603F2-85FC-4134-978C-4054E468209C}" srcOrd="2" destOrd="0" presId="urn:microsoft.com/office/officeart/2017/3/layout/DropPinTimeline"/>
    <dgm:cxn modelId="{3971FE38-66D8-41D3-BE10-92A1B7610DA7}" type="presParOf" srcId="{DCEEC7C0-6CAC-4153-B66A-D920E3B7F504}" destId="{4EB3AA5C-1289-44C6-9F3E-859ABA28E18F}" srcOrd="3" destOrd="0" presId="urn:microsoft.com/office/officeart/2017/3/layout/DropPinTimeline"/>
    <dgm:cxn modelId="{24B473FE-5054-4EAD-B373-555E7D091AD5}" type="presParOf" srcId="{DCEEC7C0-6CAC-4153-B66A-D920E3B7F504}" destId="{0BB03C0E-97EC-4D66-9B09-35D689DAB28C}" srcOrd="4" destOrd="0" presId="urn:microsoft.com/office/officeart/2017/3/layout/DropPinTimeline"/>
    <dgm:cxn modelId="{2B1D1BBE-6BAE-45B9-9995-CBBA5ED2EAC5}" type="presParOf" srcId="{DCEEC7C0-6CAC-4153-B66A-D920E3B7F504}" destId="{1A7A92CB-81F0-42D4-87BF-4008DEFA9CA8}" srcOrd="5" destOrd="0" presId="urn:microsoft.com/office/officeart/2017/3/layout/DropPinTimeline"/>
    <dgm:cxn modelId="{4B2CE620-6FD2-4B47-808E-767E9CD6E11B}" type="presParOf" srcId="{46A6B157-7198-41C4-9D25-C4F8885F1B6F}" destId="{ABE3202B-256B-4398-8B41-CB40EDB06266}" srcOrd="5" destOrd="0" presId="urn:microsoft.com/office/officeart/2017/3/layout/DropPinTimeline"/>
    <dgm:cxn modelId="{0A9A6102-F00A-4BE8-99F2-80FE0510D070}" type="presParOf" srcId="{46A6B157-7198-41C4-9D25-C4F8885F1B6F}" destId="{B744CD57-FD23-4E62-9589-4CAC57B034E9}" srcOrd="6" destOrd="0" presId="urn:microsoft.com/office/officeart/2017/3/layout/DropPinTimeline"/>
    <dgm:cxn modelId="{80501AE2-53E9-4D67-A594-F44DD214D7C2}" type="presParOf" srcId="{B744CD57-FD23-4E62-9589-4CAC57B034E9}" destId="{D891B168-1DA5-4124-931F-A51FCB8EFC11}" srcOrd="0" destOrd="0" presId="urn:microsoft.com/office/officeart/2017/3/layout/DropPinTimeline"/>
    <dgm:cxn modelId="{4D35DB16-6124-4B05-B478-8F4429226C6A}" type="presParOf" srcId="{B744CD57-FD23-4E62-9589-4CAC57B034E9}" destId="{42206762-CD73-4F82-B16A-D168E2503215}" srcOrd="1" destOrd="0" presId="urn:microsoft.com/office/officeart/2017/3/layout/DropPinTimeline"/>
    <dgm:cxn modelId="{AFAA8AC7-581B-4388-BFDB-A430EF0404FD}" type="presParOf" srcId="{42206762-CD73-4F82-B16A-D168E2503215}" destId="{C0DBECBF-E3AA-450B-95D4-8349AA21B4F8}" srcOrd="0" destOrd="0" presId="urn:microsoft.com/office/officeart/2017/3/layout/DropPinTimeline"/>
    <dgm:cxn modelId="{105641F0-544B-453F-B1D8-5713903E4682}" type="presParOf" srcId="{42206762-CD73-4F82-B16A-D168E2503215}" destId="{6EDDD44C-F5E4-49AD-B1D9-346B8B8AEE8F}" srcOrd="1" destOrd="0" presId="urn:microsoft.com/office/officeart/2017/3/layout/DropPinTimeline"/>
    <dgm:cxn modelId="{23AA1CD9-5481-4A25-AA47-1E309DD4E86A}" type="presParOf" srcId="{B744CD57-FD23-4E62-9589-4CAC57B034E9}" destId="{FE564261-183D-47F9-8E7E-BCFC5023A815}" srcOrd="2" destOrd="0" presId="urn:microsoft.com/office/officeart/2017/3/layout/DropPinTimeline"/>
    <dgm:cxn modelId="{6F6D3A0F-FECD-4629-BF0C-38737E381D62}" type="presParOf" srcId="{B744CD57-FD23-4E62-9589-4CAC57B034E9}" destId="{3DA36ABE-9810-4ED4-9A55-2905E7588D06}" srcOrd="3" destOrd="0" presId="urn:microsoft.com/office/officeart/2017/3/layout/DropPinTimeline"/>
    <dgm:cxn modelId="{18ABBD94-4B15-4F9E-B420-EF8067A53E59}" type="presParOf" srcId="{B744CD57-FD23-4E62-9589-4CAC57B034E9}" destId="{4B9F5909-A57C-4893-9C8A-D5960FE9BE37}" srcOrd="4" destOrd="0" presId="urn:microsoft.com/office/officeart/2017/3/layout/DropPinTimeline"/>
    <dgm:cxn modelId="{3A6EE7AF-C1D7-4FFA-BDB4-755BC98362FD}" type="presParOf" srcId="{B744CD57-FD23-4E62-9589-4CAC57B034E9}" destId="{DEDCEF89-DB8F-4197-B2D2-2D39426E0B96}" srcOrd="5" destOrd="0" presId="urn:microsoft.com/office/officeart/2017/3/layout/DropPinTimeline"/>
    <dgm:cxn modelId="{7B15E33A-34F5-40D3-9CD6-849B365E3CBA}" type="presParOf" srcId="{46A6B157-7198-41C4-9D25-C4F8885F1B6F}" destId="{4A96FD2F-C127-41DC-AA54-1EEBED6BA483}" srcOrd="7" destOrd="0" presId="urn:microsoft.com/office/officeart/2017/3/layout/DropPinTimeline"/>
    <dgm:cxn modelId="{8C7BB85F-FA93-45E7-9CE6-E6668DA2157F}" type="presParOf" srcId="{46A6B157-7198-41C4-9D25-C4F8885F1B6F}" destId="{A1AE2BC4-A99C-4DD3-A84D-EB3461D18287}" srcOrd="8" destOrd="0" presId="urn:microsoft.com/office/officeart/2017/3/layout/DropPinTimeline"/>
    <dgm:cxn modelId="{9BDE40F9-332B-43F6-B5F2-904336B3E2E2}" type="presParOf" srcId="{A1AE2BC4-A99C-4DD3-A84D-EB3461D18287}" destId="{278CF1E0-B1C4-4B10-A5EC-FD7EF0557E2D}" srcOrd="0" destOrd="0" presId="urn:microsoft.com/office/officeart/2017/3/layout/DropPinTimeline"/>
    <dgm:cxn modelId="{A45F876D-0399-4209-99E5-BAF9A0A9A0FA}" type="presParOf" srcId="{A1AE2BC4-A99C-4DD3-A84D-EB3461D18287}" destId="{27B65FB4-BE6A-41E6-BBE9-8DC9F7B73486}" srcOrd="1" destOrd="0" presId="urn:microsoft.com/office/officeart/2017/3/layout/DropPinTimeline"/>
    <dgm:cxn modelId="{294D0375-99E3-4A04-94E3-5D7DA36F61E4}" type="presParOf" srcId="{27B65FB4-BE6A-41E6-BBE9-8DC9F7B73486}" destId="{488CC4C6-DFBC-460C-A9ED-BEDA8CC682D4}" srcOrd="0" destOrd="0" presId="urn:microsoft.com/office/officeart/2017/3/layout/DropPinTimeline"/>
    <dgm:cxn modelId="{29335C10-EF6A-47DE-B0D3-9F04E5635A46}" type="presParOf" srcId="{27B65FB4-BE6A-41E6-BBE9-8DC9F7B73486}" destId="{48CA82DA-B677-461B-A08D-337683480059}" srcOrd="1" destOrd="0" presId="urn:microsoft.com/office/officeart/2017/3/layout/DropPinTimeline"/>
    <dgm:cxn modelId="{2F8CDC64-8858-4EB2-9148-A1F1844C0E3C}" type="presParOf" srcId="{A1AE2BC4-A99C-4DD3-A84D-EB3461D18287}" destId="{D1646913-A3FA-4470-A3E9-C64B0A13A62A}" srcOrd="2" destOrd="0" presId="urn:microsoft.com/office/officeart/2017/3/layout/DropPinTimeline"/>
    <dgm:cxn modelId="{D14EE3E2-BA3E-42AC-BEA2-572DF977A427}" type="presParOf" srcId="{A1AE2BC4-A99C-4DD3-A84D-EB3461D18287}" destId="{6EC2FC68-E1B8-4274-8090-C2C96A4CD82C}" srcOrd="3" destOrd="0" presId="urn:microsoft.com/office/officeart/2017/3/layout/DropPinTimeline"/>
    <dgm:cxn modelId="{923BB741-8273-439D-B9E2-1712691E3DE7}" type="presParOf" srcId="{A1AE2BC4-A99C-4DD3-A84D-EB3461D18287}" destId="{4F41BF23-550C-4E7F-977E-3D22E3AF7B51}" srcOrd="4" destOrd="0" presId="urn:microsoft.com/office/officeart/2017/3/layout/DropPinTimeline"/>
    <dgm:cxn modelId="{DD7D202E-CFA7-477E-AD34-2617E864E544}" type="presParOf" srcId="{A1AE2BC4-A99C-4DD3-A84D-EB3461D18287}" destId="{5018695D-CFD4-49F8-8967-BA8A0C0A0DE1}" srcOrd="5" destOrd="0" presId="urn:microsoft.com/office/officeart/2017/3/layout/DropPinTimeline"/>
    <dgm:cxn modelId="{D3E93E96-16D8-4A3E-BC6E-D4D386449E5E}" type="presParOf" srcId="{46A6B157-7198-41C4-9D25-C4F8885F1B6F}" destId="{61EA613E-57A8-485F-A4A9-29037092E83A}" srcOrd="9" destOrd="0" presId="urn:microsoft.com/office/officeart/2017/3/layout/DropPinTimeline"/>
    <dgm:cxn modelId="{CFE01775-C14B-4EDE-9E85-145F934516E5}" type="presParOf" srcId="{46A6B157-7198-41C4-9D25-C4F8885F1B6F}" destId="{0F3B3032-C16A-44EB-AE28-CB7C1D797D2B}" srcOrd="10" destOrd="0" presId="urn:microsoft.com/office/officeart/2017/3/layout/DropPinTimeline"/>
    <dgm:cxn modelId="{1C4D72CA-B300-4FEC-B5A9-D34FA56FE7E7}" type="presParOf" srcId="{0F3B3032-C16A-44EB-AE28-CB7C1D797D2B}" destId="{A64C6D16-2F77-439A-848A-F1081C5E5CBE}" srcOrd="0" destOrd="0" presId="urn:microsoft.com/office/officeart/2017/3/layout/DropPinTimeline"/>
    <dgm:cxn modelId="{7F9D72D2-5D75-4FF9-9F60-DE1AEFC42171}" type="presParOf" srcId="{0F3B3032-C16A-44EB-AE28-CB7C1D797D2B}" destId="{8EFC6EAF-71E5-48C3-9F69-6FB96640B14F}" srcOrd="1" destOrd="0" presId="urn:microsoft.com/office/officeart/2017/3/layout/DropPinTimeline"/>
    <dgm:cxn modelId="{D6418E4F-48ED-4E39-B9D9-FA010EF76866}" type="presParOf" srcId="{8EFC6EAF-71E5-48C3-9F69-6FB96640B14F}" destId="{73F98938-B973-410F-B6E0-43437FA146E6}" srcOrd="0" destOrd="0" presId="urn:microsoft.com/office/officeart/2017/3/layout/DropPinTimeline"/>
    <dgm:cxn modelId="{3E887726-7BD7-4074-8164-C71F4A6DAEE0}" type="presParOf" srcId="{8EFC6EAF-71E5-48C3-9F69-6FB96640B14F}" destId="{26BE64BD-02BC-4C6F-AC50-F9617E59754D}" srcOrd="1" destOrd="0" presId="urn:microsoft.com/office/officeart/2017/3/layout/DropPinTimeline"/>
    <dgm:cxn modelId="{6B3983BD-FDD8-4464-99B0-B737226ED090}" type="presParOf" srcId="{0F3B3032-C16A-44EB-AE28-CB7C1D797D2B}" destId="{5C5070CD-E29E-4F50-9A43-342A2DE968FF}" srcOrd="2" destOrd="0" presId="urn:microsoft.com/office/officeart/2017/3/layout/DropPinTimeline"/>
    <dgm:cxn modelId="{E040483A-E1D0-4CB5-AE78-35D83557FA15}" type="presParOf" srcId="{0F3B3032-C16A-44EB-AE28-CB7C1D797D2B}" destId="{6FED4196-A0D3-4E5C-83DA-99291A8FFFC3}" srcOrd="3" destOrd="0" presId="urn:microsoft.com/office/officeart/2017/3/layout/DropPinTimeline"/>
    <dgm:cxn modelId="{875E4306-BBD7-4464-A7BB-9A46E06C2634}" type="presParOf" srcId="{0F3B3032-C16A-44EB-AE28-CB7C1D797D2B}" destId="{54DE4918-169B-4E9C-B946-44A9D45AEC94}" srcOrd="4" destOrd="0" presId="urn:microsoft.com/office/officeart/2017/3/layout/DropPinTimeline"/>
    <dgm:cxn modelId="{14880338-8CF6-48F7-B22F-D70D12F904EB}" type="presParOf" srcId="{0F3B3032-C16A-44EB-AE28-CB7C1D797D2B}" destId="{75F2030E-997B-4809-B3F1-AEF48EEEDB2B}" srcOrd="5" destOrd="0" presId="urn:microsoft.com/office/officeart/2017/3/layout/DropPinTimeline"/>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7951F77-4E36-4893-91C6-3151A6D51694}" type="doc">
      <dgm:prSet loTypeId="urn:microsoft.com/office/officeart/2018/2/layout/IconVerticalSolidList" loCatId="icon" qsTypeId="urn:microsoft.com/office/officeart/2005/8/quickstyle/simple1#2" qsCatId="simple" csTypeId="urn:microsoft.com/office/officeart/2018/5/colors/Iconchunking_neutralbg_colorful1" csCatId="colorful" phldr="1"/>
      <dgm:spPr/>
      <dgm:t>
        <a:bodyPr rtlCol="0"/>
        <a:lstStyle/>
        <a:p>
          <a:pPr rtl="0"/>
          <a:endParaRPr lang="en-US"/>
        </a:p>
      </dgm:t>
    </dgm:pt>
    <dgm:pt modelId="{65B3944D-D926-4D0F-A305-F5740000747A}">
      <dgm:prSet custT="1"/>
      <dgm:spPr/>
      <dgm:t>
        <a:bodyPr rtlCol="0"/>
        <a:lstStyle/>
        <a:p>
          <a:pPr rtl="0"/>
          <a:r>
            <a:rPr lang="zh-CN" altLang="en-US" sz="2000" b="1" i="0" noProof="0" dirty="0">
              <a:solidFill>
                <a:schemeClr val="bg1"/>
              </a:solidFill>
              <a:latin typeface="Microsoft YaHei UI" panose="020B0503020204020204" pitchFamily="34" charset="-122"/>
              <a:ea typeface="Microsoft YaHei UI" panose="020B0503020204020204" pitchFamily="34" charset="-122"/>
            </a:rPr>
            <a:t>地点</a:t>
          </a:r>
          <a:br>
            <a:rPr lang="zh-CN" altLang="en-US" sz="2000" b="0" i="0" noProof="0" dirty="0">
              <a:solidFill>
                <a:schemeClr val="bg1"/>
              </a:solidFill>
              <a:latin typeface="Microsoft YaHei UI" panose="020B0503020204020204" pitchFamily="34" charset="-122"/>
              <a:ea typeface="Microsoft YaHei UI" panose="020B0503020204020204" pitchFamily="34" charset="-122"/>
            </a:rPr>
          </a:br>
          <a:r>
            <a:rPr lang="en-US" altLang="en-US" sz="1600" b="0" i="0" noProof="0" dirty="0">
              <a:solidFill>
                <a:schemeClr val="bg1"/>
              </a:solidFill>
              <a:latin typeface="Microsoft YaHei UI" panose="020B0503020204020204" pitchFamily="34" charset="-122"/>
              <a:ea typeface="Microsoft YaHei UI" panose="020B0503020204020204" pitchFamily="34" charset="-122"/>
            </a:rPr>
            <a:t>30°28'0"N 114°25'33"E</a:t>
          </a:r>
          <a:endParaRPr lang="zh-CN" altLang="en-US" sz="1600" b="0" i="0" noProof="0" dirty="0">
            <a:solidFill>
              <a:schemeClr val="bg1"/>
            </a:solidFill>
            <a:latin typeface="Microsoft YaHei UI" panose="020B0503020204020204" pitchFamily="34" charset="-122"/>
            <a:ea typeface="Microsoft YaHei UI" panose="020B0503020204020204" pitchFamily="34" charset="-122"/>
          </a:endParaRPr>
        </a:p>
      </dgm:t>
    </dgm:pt>
    <dgm:pt modelId="{2EA7AC4A-E82B-43F0-A6EA-F599428578FC}" type="parTrans" cxnId="{92D3A76D-ADBB-49F3-861D-D2B74F81812E}">
      <dgm:prSet/>
      <dgm:spPr/>
      <dgm:t>
        <a:bodyPr rtlCol="0"/>
        <a:lstStyle/>
        <a:p>
          <a:pPr rtl="0"/>
          <a:endParaRPr lang="zh-CN" altLang="en-US" sz="1600" b="0" i="0" noProof="0" dirty="0">
            <a:latin typeface="Microsoft YaHei UI" panose="020B0503020204020204" pitchFamily="34" charset="-122"/>
            <a:ea typeface="Microsoft YaHei UI" panose="020B0503020204020204" pitchFamily="34" charset="-122"/>
          </a:endParaRPr>
        </a:p>
      </dgm:t>
    </dgm:pt>
    <dgm:pt modelId="{8862CE7B-AE72-45E8-B982-5279C14F7985}" type="sibTrans" cxnId="{92D3A76D-ADBB-49F3-861D-D2B74F81812E}">
      <dgm:prSet/>
      <dgm:spPr/>
      <dgm:t>
        <a:bodyPr rtlCol="0"/>
        <a:lstStyle/>
        <a:p>
          <a:pPr rtl="0"/>
          <a:endParaRPr lang="zh-CN" altLang="en-US" sz="1600" b="0" i="0" noProof="0" dirty="0">
            <a:latin typeface="Microsoft YaHei UI" panose="020B0503020204020204" pitchFamily="34" charset="-122"/>
            <a:ea typeface="Microsoft YaHei UI" panose="020B0503020204020204" pitchFamily="34" charset="-122"/>
          </a:endParaRPr>
        </a:p>
      </dgm:t>
    </dgm:pt>
    <dgm:pt modelId="{223932EA-8A4D-4270-95C3-913761557237}">
      <dgm:prSet custT="1"/>
      <dgm:spPr/>
      <dgm:t>
        <a:bodyPr rtlCol="0"/>
        <a:lstStyle/>
        <a:p>
          <a:pPr rtl="0"/>
          <a:r>
            <a:rPr lang="en-US" altLang="zh-CN" sz="2000" b="1" i="0" noProof="0" dirty="0">
              <a:solidFill>
                <a:schemeClr val="bg1"/>
              </a:solidFill>
              <a:latin typeface="Microsoft YaHei UI" panose="020B0503020204020204" pitchFamily="34" charset="-122"/>
              <a:ea typeface="Microsoft YaHei UI" panose="020B0503020204020204" pitchFamily="34" charset="-122"/>
            </a:rPr>
            <a:t>GitHub</a:t>
          </a:r>
          <a:br>
            <a:rPr lang="zh-CN" altLang="en-US" sz="2000" b="0" i="0" noProof="0" dirty="0">
              <a:solidFill>
                <a:schemeClr val="bg1"/>
              </a:solidFill>
              <a:latin typeface="Microsoft YaHei UI" panose="020B0503020204020204" pitchFamily="34" charset="-122"/>
              <a:ea typeface="Microsoft YaHei UI" panose="020B0503020204020204" pitchFamily="34" charset="-122"/>
            </a:rPr>
          </a:br>
          <a:r>
            <a:rPr lang="en-US" altLang="zh-CN" sz="1600" b="0" i="0" noProof="0" dirty="0">
              <a:solidFill>
                <a:schemeClr val="bg1"/>
              </a:solidFill>
              <a:latin typeface="Microsoft YaHei UI" panose="020B0503020204020204" pitchFamily="34" charset="-122"/>
              <a:ea typeface="Microsoft YaHei UI" panose="020B0503020204020204" pitchFamily="34" charset="-122"/>
            </a:rPr>
            <a:t>1-Reality</a:t>
          </a:r>
          <a:endParaRPr lang="zh-CN" altLang="en-US" sz="1600" b="0" i="0" noProof="0" dirty="0">
            <a:solidFill>
              <a:schemeClr val="bg1"/>
            </a:solidFill>
            <a:latin typeface="Microsoft YaHei UI" panose="020B0503020204020204" pitchFamily="34" charset="-122"/>
            <a:ea typeface="Microsoft YaHei UI" panose="020B0503020204020204" pitchFamily="34" charset="-122"/>
          </a:endParaRPr>
        </a:p>
      </dgm:t>
    </dgm:pt>
    <dgm:pt modelId="{E01D4CB3-97D0-4857-AF09-DED2BE24BAAC}" type="parTrans" cxnId="{E37D9CF8-DFE4-4379-9C72-27346573699A}">
      <dgm:prSet/>
      <dgm:spPr/>
      <dgm:t>
        <a:bodyPr rtlCol="0"/>
        <a:lstStyle/>
        <a:p>
          <a:pPr rtl="0"/>
          <a:endParaRPr lang="zh-CN" altLang="en-US" sz="1600" b="0" i="0" noProof="0" dirty="0">
            <a:latin typeface="Microsoft YaHei UI" panose="020B0503020204020204" pitchFamily="34" charset="-122"/>
            <a:ea typeface="Microsoft YaHei UI" panose="020B0503020204020204" pitchFamily="34" charset="-122"/>
          </a:endParaRPr>
        </a:p>
      </dgm:t>
    </dgm:pt>
    <dgm:pt modelId="{C201C5C8-D4F2-4559-AF23-68BB4B3E7FB1}" type="sibTrans" cxnId="{E37D9CF8-DFE4-4379-9C72-27346573699A}">
      <dgm:prSet/>
      <dgm:spPr/>
      <dgm:t>
        <a:bodyPr rtlCol="0"/>
        <a:lstStyle/>
        <a:p>
          <a:pPr rtl="0"/>
          <a:endParaRPr lang="zh-CN" altLang="en-US" sz="1600" b="0" i="0" noProof="0" dirty="0">
            <a:latin typeface="Microsoft YaHei UI" panose="020B0503020204020204" pitchFamily="34" charset="-122"/>
            <a:ea typeface="Microsoft YaHei UI" panose="020B0503020204020204" pitchFamily="34" charset="-122"/>
          </a:endParaRPr>
        </a:p>
      </dgm:t>
    </dgm:pt>
    <dgm:pt modelId="{BC68B812-A325-41D8-A08E-C2392666DF66}">
      <dgm:prSet custT="1"/>
      <dgm:spPr/>
      <dgm:t>
        <a:bodyPr rtlCol="0"/>
        <a:lstStyle/>
        <a:p>
          <a:pPr rtl="0"/>
          <a:r>
            <a:rPr lang="zh-CN" altLang="en-US" sz="2000" b="1" i="0" noProof="0" dirty="0">
              <a:solidFill>
                <a:schemeClr val="bg1"/>
              </a:solidFill>
              <a:latin typeface="Microsoft YaHei UI" panose="020B0503020204020204" pitchFamily="34" charset="-122"/>
              <a:ea typeface="Microsoft YaHei UI" panose="020B0503020204020204" pitchFamily="34" charset="-122"/>
            </a:rPr>
            <a:t>电子邮件</a:t>
          </a:r>
          <a:br>
            <a:rPr lang="zh-CN" altLang="en-US" sz="2000" b="0" i="0" noProof="0" dirty="0">
              <a:solidFill>
                <a:schemeClr val="bg1"/>
              </a:solidFill>
              <a:latin typeface="Microsoft YaHei UI" panose="020B0503020204020204" pitchFamily="34" charset="-122"/>
              <a:ea typeface="Microsoft YaHei UI" panose="020B0503020204020204" pitchFamily="34" charset="-122"/>
            </a:rPr>
          </a:br>
          <a:r>
            <a:rPr lang="en-US" altLang="zh-CN" sz="1600" b="0" i="0" noProof="0" dirty="0">
              <a:solidFill>
                <a:schemeClr val="bg1"/>
              </a:solidFill>
              <a:latin typeface="Microsoft YaHei UI" panose="020B0503020204020204" pitchFamily="34" charset="-122"/>
              <a:ea typeface="Microsoft YaHei UI" panose="020B0503020204020204" pitchFamily="34" charset="-122"/>
            </a:rPr>
            <a:t>114514@homo.jp</a:t>
          </a:r>
        </a:p>
      </dgm:t>
    </dgm:pt>
    <dgm:pt modelId="{23A01A1D-B409-49E7-91BA-2321B9A237C2}" type="parTrans" cxnId="{AAD26E9B-C129-46B7-BFCC-98D5999B6B9A}">
      <dgm:prSet/>
      <dgm:spPr/>
      <dgm:t>
        <a:bodyPr rtlCol="0"/>
        <a:lstStyle/>
        <a:p>
          <a:pPr rtl="0"/>
          <a:endParaRPr lang="zh-CN" altLang="en-US" sz="1600" b="0" i="0" noProof="0" dirty="0">
            <a:latin typeface="Microsoft YaHei UI" panose="020B0503020204020204" pitchFamily="34" charset="-122"/>
            <a:ea typeface="Microsoft YaHei UI" panose="020B0503020204020204" pitchFamily="34" charset="-122"/>
          </a:endParaRPr>
        </a:p>
      </dgm:t>
    </dgm:pt>
    <dgm:pt modelId="{E950D3C2-0472-429B-98B0-86C856FA65A1}" type="sibTrans" cxnId="{AAD26E9B-C129-46B7-BFCC-98D5999B6B9A}">
      <dgm:prSet/>
      <dgm:spPr/>
      <dgm:t>
        <a:bodyPr rtlCol="0"/>
        <a:lstStyle/>
        <a:p>
          <a:pPr rtl="0"/>
          <a:endParaRPr lang="zh-CN" altLang="en-US" sz="1600" b="0" i="0" noProof="0" dirty="0">
            <a:latin typeface="Microsoft YaHei UI" panose="020B0503020204020204" pitchFamily="34" charset="-122"/>
            <a:ea typeface="Microsoft YaHei UI" panose="020B0503020204020204" pitchFamily="34" charset="-122"/>
          </a:endParaRPr>
        </a:p>
      </dgm:t>
    </dgm:pt>
    <dgm:pt modelId="{7D1766B6-66CF-40CE-9693-BD20AFFFA3C9}">
      <dgm:prSet custT="1"/>
      <dgm:spPr/>
      <dgm:t>
        <a:bodyPr rtlCol="0"/>
        <a:lstStyle/>
        <a:p>
          <a:pPr rtl="0"/>
          <a:r>
            <a:rPr lang="zh-CN" altLang="en-US" sz="2000" b="1" i="0" noProof="0" dirty="0">
              <a:solidFill>
                <a:schemeClr val="bg1"/>
              </a:solidFill>
              <a:latin typeface="Microsoft YaHei UI" panose="020B0503020204020204" pitchFamily="34" charset="-122"/>
              <a:ea typeface="Microsoft YaHei UI" panose="020B0503020204020204" pitchFamily="34" charset="-122"/>
            </a:rPr>
            <a:t>电话</a:t>
          </a:r>
          <a:br>
            <a:rPr lang="zh-CN" altLang="en-US" sz="2000" b="0" i="0" noProof="0" dirty="0">
              <a:solidFill>
                <a:schemeClr val="bg1"/>
              </a:solidFill>
              <a:latin typeface="Microsoft YaHei UI" panose="020B0503020204020204" pitchFamily="34" charset="-122"/>
              <a:ea typeface="Microsoft YaHei UI" panose="020B0503020204020204" pitchFamily="34" charset="-122"/>
            </a:rPr>
          </a:br>
          <a:r>
            <a:rPr lang="zh-CN" altLang="en-US" sz="1600" b="0" i="0" noProof="0" dirty="0">
              <a:solidFill>
                <a:schemeClr val="bg1"/>
              </a:solidFill>
              <a:latin typeface="Microsoft YaHei UI" panose="020B0503020204020204" pitchFamily="34" charset="-122"/>
              <a:ea typeface="Microsoft YaHei UI" panose="020B0503020204020204" pitchFamily="34" charset="-122"/>
            </a:rPr>
            <a:t>只能告诉哥哥</a:t>
          </a:r>
          <a:r>
            <a:rPr lang="en-US" altLang="zh-CN" sz="1600" b="0" i="0" noProof="0" dirty="0">
              <a:solidFill>
                <a:schemeClr val="bg1"/>
              </a:solidFill>
              <a:latin typeface="Microsoft YaHei UI" panose="020B0503020204020204" pitchFamily="34" charset="-122"/>
              <a:ea typeface="Microsoft YaHei UI" panose="020B0503020204020204" pitchFamily="34" charset="-122"/>
            </a:rPr>
            <a:t>~</a:t>
          </a:r>
          <a:endParaRPr lang="zh-CN" altLang="en-US" sz="1600" b="0" i="0" noProof="0" dirty="0">
            <a:solidFill>
              <a:schemeClr val="bg1"/>
            </a:solidFill>
            <a:latin typeface="Microsoft YaHei UI" panose="020B0503020204020204" pitchFamily="34" charset="-122"/>
            <a:ea typeface="Microsoft YaHei UI" panose="020B0503020204020204" pitchFamily="34" charset="-122"/>
          </a:endParaRPr>
        </a:p>
      </dgm:t>
    </dgm:pt>
    <dgm:pt modelId="{76694DF4-F7BE-4AF1-9E12-BAEDD42D9ED3}" type="parTrans" cxnId="{EA0F618E-4C96-42F0-9E3C-66B0158BCCBE}">
      <dgm:prSet/>
      <dgm:spPr/>
      <dgm:t>
        <a:bodyPr rtlCol="0"/>
        <a:lstStyle/>
        <a:p>
          <a:pPr rtl="0"/>
          <a:endParaRPr lang="zh-CN" altLang="en-US" sz="1600" b="0" i="0" noProof="0" dirty="0">
            <a:latin typeface="Microsoft YaHei UI" panose="020B0503020204020204" pitchFamily="34" charset="-122"/>
            <a:ea typeface="Microsoft YaHei UI" panose="020B0503020204020204" pitchFamily="34" charset="-122"/>
          </a:endParaRPr>
        </a:p>
      </dgm:t>
    </dgm:pt>
    <dgm:pt modelId="{0C6A2CC7-5741-4D63-A8FF-E7E06F0D1222}" type="sibTrans" cxnId="{EA0F618E-4C96-42F0-9E3C-66B0158BCCBE}">
      <dgm:prSet/>
      <dgm:spPr/>
      <dgm:t>
        <a:bodyPr rtlCol="0"/>
        <a:lstStyle/>
        <a:p>
          <a:pPr rtl="0"/>
          <a:endParaRPr lang="zh-CN" altLang="en-US" sz="1600" b="0" i="0" noProof="0" dirty="0">
            <a:latin typeface="Microsoft YaHei UI" panose="020B0503020204020204" pitchFamily="34" charset="-122"/>
            <a:ea typeface="Microsoft YaHei UI" panose="020B0503020204020204" pitchFamily="34" charset="-122"/>
          </a:endParaRPr>
        </a:p>
      </dgm:t>
    </dgm:pt>
    <dgm:pt modelId="{F61FEBF0-CB2F-4364-8F44-722FB7578D18}" type="pres">
      <dgm:prSet presAssocID="{D7951F77-4E36-4893-91C6-3151A6D51694}" presName="root" presStyleCnt="0">
        <dgm:presLayoutVars>
          <dgm:dir/>
          <dgm:resizeHandles val="exact"/>
        </dgm:presLayoutVars>
      </dgm:prSet>
      <dgm:spPr/>
    </dgm:pt>
    <dgm:pt modelId="{F50C455E-839B-4494-8D06-326978CB28A7}" type="pres">
      <dgm:prSet presAssocID="{65B3944D-D926-4D0F-A305-F5740000747A}" presName="compNode" presStyleCnt="0"/>
      <dgm:spPr/>
    </dgm:pt>
    <dgm:pt modelId="{1DA8A0A9-929F-455B-B8BD-92EC86B6A862}" type="pres">
      <dgm:prSet presAssocID="{65B3944D-D926-4D0F-A305-F5740000747A}" presName="bgRect" presStyleLbl="bgShp" presStyleIdx="0" presStyleCnt="4"/>
      <dgm:spPr>
        <a:prstGeom prst="rect">
          <a:avLst/>
        </a:prstGeom>
        <a:noFill/>
        <a:ln w="22225">
          <a:noFill/>
        </a:ln>
        <a:effectLst/>
      </dgm:spPr>
    </dgm:pt>
    <dgm:pt modelId="{70C56EED-B0B5-4180-A100-474B69DE81C3}" type="pres">
      <dgm:prSet presAssocID="{65B3944D-D926-4D0F-A305-F5740000747A}" presName="iconRect" presStyleLbl="node1" presStyleIdx="0" presStyleCnt="4"/>
      <dgm:spPr>
        <a:blipFill>
          <a:blip xmlns:r="http://schemas.openxmlformats.org/officeDocument/2006/relationships" cstate="screen">
            <a:extLst>
              <a:ext uri="{96DAC541-7B7A-43D3-8B79-37D633B846F1}">
                <asvg:svgBlip xmlns:asvg="http://schemas.microsoft.com/office/drawing/2016/SVG/main" r:embed="rId1"/>
              </a:ext>
            </a:extLst>
          </a:blip>
          <a:stretch>
            <a:fillRect/>
          </a:stretch>
        </a:blipFill>
        <a:ln>
          <a:noFill/>
        </a:ln>
      </dgm:spPr>
    </dgm:pt>
    <dgm:pt modelId="{1827E2BA-EA13-4751-82F2-976CBDED6C82}" type="pres">
      <dgm:prSet presAssocID="{65B3944D-D926-4D0F-A305-F5740000747A}" presName="spaceRect" presStyleCnt="0"/>
      <dgm:spPr/>
    </dgm:pt>
    <dgm:pt modelId="{C38A5A37-0883-4EE3-9002-010A6D324785}" type="pres">
      <dgm:prSet presAssocID="{65B3944D-D926-4D0F-A305-F5740000747A}" presName="parTx" presStyleLbl="revTx" presStyleIdx="0" presStyleCnt="4">
        <dgm:presLayoutVars>
          <dgm:chMax val="0"/>
          <dgm:chPref val="0"/>
        </dgm:presLayoutVars>
      </dgm:prSet>
      <dgm:spPr/>
    </dgm:pt>
    <dgm:pt modelId="{21CE6EA1-CB92-41CD-8FAE-4CFF03E26BE6}" type="pres">
      <dgm:prSet presAssocID="{8862CE7B-AE72-45E8-B982-5279C14F7985}" presName="sibTrans" presStyleCnt="0"/>
      <dgm:spPr/>
    </dgm:pt>
    <dgm:pt modelId="{B92A22D8-3945-4B03-98DB-8A590020AE99}" type="pres">
      <dgm:prSet presAssocID="{223932EA-8A4D-4270-95C3-913761557237}" presName="compNode" presStyleCnt="0"/>
      <dgm:spPr/>
    </dgm:pt>
    <dgm:pt modelId="{A7FEDAED-2CDA-4D2F-883D-8D7438E3B422}" type="pres">
      <dgm:prSet presAssocID="{223932EA-8A4D-4270-95C3-913761557237}" presName="bgRect" presStyleLbl="bgShp" presStyleIdx="1" presStyleCnt="4"/>
      <dgm:spPr>
        <a:prstGeom prst="rect">
          <a:avLst/>
        </a:prstGeom>
        <a:noFill/>
        <a:ln w="22225">
          <a:noFill/>
        </a:ln>
        <a:effectLst/>
      </dgm:spPr>
    </dgm:pt>
    <dgm:pt modelId="{7297DA32-36DE-4F9A-BB44-A3F001A7D7C3}" type="pres">
      <dgm:prSet presAssocID="{223932EA-8A4D-4270-95C3-913761557237}" presName="iconRect" presStyleLbl="node1" presStyleIdx="1" presStyleCnt="4"/>
      <dgm:spPr>
        <a:blipFill>
          <a:blip xmlns:r="http://schemas.openxmlformats.org/officeDocument/2006/relationships" cstate="screen">
            <a:extLst>
              <a:ext uri="{96DAC541-7B7A-43D3-8B79-37D633B846F1}">
                <asvg:svgBlip xmlns:asvg="http://schemas.microsoft.com/office/drawing/2016/SVG/main" r:embed="rId2"/>
              </a:ext>
            </a:extLst>
          </a:blip>
          <a:stretch>
            <a:fillRect/>
          </a:stretch>
        </a:blipFill>
        <a:ln>
          <a:noFill/>
        </a:ln>
      </dgm:spPr>
    </dgm:pt>
    <dgm:pt modelId="{E3DC658D-83A0-48BE-9074-9EB3678901E1}" type="pres">
      <dgm:prSet presAssocID="{223932EA-8A4D-4270-95C3-913761557237}" presName="spaceRect" presStyleCnt="0"/>
      <dgm:spPr/>
    </dgm:pt>
    <dgm:pt modelId="{8F0FD205-8F23-4B47-859A-41BB69D2EDEE}" type="pres">
      <dgm:prSet presAssocID="{223932EA-8A4D-4270-95C3-913761557237}" presName="parTx" presStyleLbl="revTx" presStyleIdx="1" presStyleCnt="4">
        <dgm:presLayoutVars>
          <dgm:chMax val="0"/>
          <dgm:chPref val="0"/>
        </dgm:presLayoutVars>
      </dgm:prSet>
      <dgm:spPr/>
    </dgm:pt>
    <dgm:pt modelId="{AFA75C0E-13A0-4D0C-ACA8-B29E381BEF9A}" type="pres">
      <dgm:prSet presAssocID="{C201C5C8-D4F2-4559-AF23-68BB4B3E7FB1}" presName="sibTrans" presStyleCnt="0"/>
      <dgm:spPr/>
    </dgm:pt>
    <dgm:pt modelId="{763367BB-4527-4646-8015-D79C10A337E8}" type="pres">
      <dgm:prSet presAssocID="{BC68B812-A325-41D8-A08E-C2392666DF66}" presName="compNode" presStyleCnt="0"/>
      <dgm:spPr/>
    </dgm:pt>
    <dgm:pt modelId="{712D2B29-4977-4B70-ABE9-215A9E804015}" type="pres">
      <dgm:prSet presAssocID="{BC68B812-A325-41D8-A08E-C2392666DF66}" presName="bgRect" presStyleLbl="bgShp" presStyleIdx="2" presStyleCnt="4"/>
      <dgm:spPr>
        <a:prstGeom prst="rect">
          <a:avLst/>
        </a:prstGeom>
        <a:noFill/>
        <a:ln w="22225">
          <a:noFill/>
        </a:ln>
        <a:effectLst/>
      </dgm:spPr>
    </dgm:pt>
    <dgm:pt modelId="{6C7A9EF9-02EB-4D4D-A251-EC3A2F0EFD57}" type="pres">
      <dgm:prSet presAssocID="{BC68B812-A325-41D8-A08E-C2392666DF66}" presName="iconRect" presStyleLbl="node1" presStyleIdx="2" presStyleCnt="4"/>
      <dgm:spPr>
        <a:blipFill>
          <a:blip xmlns:r="http://schemas.openxmlformats.org/officeDocument/2006/relationships" cstate="screen">
            <a:extLst>
              <a:ext uri="{96DAC541-7B7A-43D3-8B79-37D633B846F1}">
                <asvg:svgBlip xmlns:asvg="http://schemas.microsoft.com/office/drawing/2016/SVG/main" r:embed="rId3"/>
              </a:ext>
            </a:extLst>
          </a:blip>
          <a:stretch>
            <a:fillRect/>
          </a:stretch>
        </a:blipFill>
        <a:ln>
          <a:noFill/>
        </a:ln>
      </dgm:spPr>
    </dgm:pt>
    <dgm:pt modelId="{13497251-DF6D-4038-B1ED-CA29B33C0A2F}" type="pres">
      <dgm:prSet presAssocID="{BC68B812-A325-41D8-A08E-C2392666DF66}" presName="spaceRect" presStyleCnt="0"/>
      <dgm:spPr/>
    </dgm:pt>
    <dgm:pt modelId="{516FEABD-B159-4827-91AC-07F0FC9EFC37}" type="pres">
      <dgm:prSet presAssocID="{BC68B812-A325-41D8-A08E-C2392666DF66}" presName="parTx" presStyleLbl="revTx" presStyleIdx="2" presStyleCnt="4">
        <dgm:presLayoutVars>
          <dgm:chMax val="0"/>
          <dgm:chPref val="0"/>
        </dgm:presLayoutVars>
      </dgm:prSet>
      <dgm:spPr/>
    </dgm:pt>
    <dgm:pt modelId="{580E91A4-0DB6-46AF-871B-67918081435B}" type="pres">
      <dgm:prSet presAssocID="{E950D3C2-0472-429B-98B0-86C856FA65A1}" presName="sibTrans" presStyleCnt="0"/>
      <dgm:spPr/>
    </dgm:pt>
    <dgm:pt modelId="{DD57C002-1714-4E12-872A-FCE88CC043FE}" type="pres">
      <dgm:prSet presAssocID="{7D1766B6-66CF-40CE-9693-BD20AFFFA3C9}" presName="compNode" presStyleCnt="0"/>
      <dgm:spPr/>
    </dgm:pt>
    <dgm:pt modelId="{59534EC1-7FD9-454B-8378-AACE14683CA9}" type="pres">
      <dgm:prSet presAssocID="{7D1766B6-66CF-40CE-9693-BD20AFFFA3C9}" presName="bgRect" presStyleLbl="bgShp" presStyleIdx="3" presStyleCnt="4"/>
      <dgm:spPr>
        <a:prstGeom prst="rect">
          <a:avLst/>
        </a:prstGeom>
        <a:noFill/>
        <a:ln w="22225">
          <a:noFill/>
        </a:ln>
        <a:effectLst/>
      </dgm:spPr>
    </dgm:pt>
    <dgm:pt modelId="{E81A461C-9D61-4B88-8277-F9DC532D2140}" type="pres">
      <dgm:prSet presAssocID="{7D1766B6-66CF-40CE-9693-BD20AFFFA3C9}" presName="iconRect" presStyleLbl="node1" presStyleIdx="3" presStyleCnt="4"/>
      <dgm:spPr>
        <a:blipFill>
          <a:blip xmlns:r="http://schemas.openxmlformats.org/officeDocument/2006/relationships" cstate="screen">
            <a:extLst>
              <a:ext uri="{96DAC541-7B7A-43D3-8B79-37D633B846F1}">
                <asvg:svgBlip xmlns:asvg="http://schemas.microsoft.com/office/drawing/2016/SVG/main" r:embed="rId4"/>
              </a:ext>
            </a:extLst>
          </a:blip>
          <a:stretch>
            <a:fillRect/>
          </a:stretch>
        </a:blipFill>
        <a:ln>
          <a:noFill/>
        </a:ln>
      </dgm:spPr>
    </dgm:pt>
    <dgm:pt modelId="{79C87944-7AB8-4146-A381-E36FC48D5AE7}" type="pres">
      <dgm:prSet presAssocID="{7D1766B6-66CF-40CE-9693-BD20AFFFA3C9}" presName="spaceRect" presStyleCnt="0"/>
      <dgm:spPr/>
    </dgm:pt>
    <dgm:pt modelId="{CC81887C-6C6F-4E1A-BA2B-49AE8504B865}" type="pres">
      <dgm:prSet presAssocID="{7D1766B6-66CF-40CE-9693-BD20AFFFA3C9}" presName="parTx" presStyleLbl="revTx" presStyleIdx="3" presStyleCnt="4">
        <dgm:presLayoutVars>
          <dgm:chMax val="0"/>
          <dgm:chPref val="0"/>
        </dgm:presLayoutVars>
      </dgm:prSet>
      <dgm:spPr/>
    </dgm:pt>
  </dgm:ptLst>
  <dgm:cxnLst>
    <dgm:cxn modelId="{F79F3718-923D-468C-9B77-780F8F356013}" type="presOf" srcId="{223932EA-8A4D-4270-95C3-913761557237}" destId="{8F0FD205-8F23-4B47-859A-41BB69D2EDEE}" srcOrd="0" destOrd="0" presId="urn:microsoft.com/office/officeart/2018/2/layout/IconVerticalSolidList"/>
    <dgm:cxn modelId="{90986C5B-BF7B-4231-8046-782BAE77E788}" type="presOf" srcId="{BC68B812-A325-41D8-A08E-C2392666DF66}" destId="{516FEABD-B159-4827-91AC-07F0FC9EFC37}" srcOrd="0" destOrd="0" presId="urn:microsoft.com/office/officeart/2018/2/layout/IconVerticalSolidList"/>
    <dgm:cxn modelId="{92D3A76D-ADBB-49F3-861D-D2B74F81812E}" srcId="{D7951F77-4E36-4893-91C6-3151A6D51694}" destId="{65B3944D-D926-4D0F-A305-F5740000747A}" srcOrd="0" destOrd="0" parTransId="{2EA7AC4A-E82B-43F0-A6EA-F599428578FC}" sibTransId="{8862CE7B-AE72-45E8-B982-5279C14F7985}"/>
    <dgm:cxn modelId="{643FF34F-8DBA-4A80-B845-400878209600}" type="presOf" srcId="{7D1766B6-66CF-40CE-9693-BD20AFFFA3C9}" destId="{CC81887C-6C6F-4E1A-BA2B-49AE8504B865}" srcOrd="0" destOrd="0" presId="urn:microsoft.com/office/officeart/2018/2/layout/IconVerticalSolidList"/>
    <dgm:cxn modelId="{9D5AFC8C-3FE5-4AED-9F29-5D039E47B81F}" type="presOf" srcId="{D7951F77-4E36-4893-91C6-3151A6D51694}" destId="{F61FEBF0-CB2F-4364-8F44-722FB7578D18}" srcOrd="0" destOrd="0" presId="urn:microsoft.com/office/officeart/2018/2/layout/IconVerticalSolidList"/>
    <dgm:cxn modelId="{EA0F618E-4C96-42F0-9E3C-66B0158BCCBE}" srcId="{D7951F77-4E36-4893-91C6-3151A6D51694}" destId="{7D1766B6-66CF-40CE-9693-BD20AFFFA3C9}" srcOrd="3" destOrd="0" parTransId="{76694DF4-F7BE-4AF1-9E12-BAEDD42D9ED3}" sibTransId="{0C6A2CC7-5741-4D63-A8FF-E7E06F0D1222}"/>
    <dgm:cxn modelId="{AAD26E9B-C129-46B7-BFCC-98D5999B6B9A}" srcId="{D7951F77-4E36-4893-91C6-3151A6D51694}" destId="{BC68B812-A325-41D8-A08E-C2392666DF66}" srcOrd="2" destOrd="0" parTransId="{23A01A1D-B409-49E7-91BA-2321B9A237C2}" sibTransId="{E950D3C2-0472-429B-98B0-86C856FA65A1}"/>
    <dgm:cxn modelId="{F57AC0B7-F603-4C41-BF48-9041FAA60E8E}" type="presOf" srcId="{65B3944D-D926-4D0F-A305-F5740000747A}" destId="{C38A5A37-0883-4EE3-9002-010A6D324785}" srcOrd="0" destOrd="0" presId="urn:microsoft.com/office/officeart/2018/2/layout/IconVerticalSolidList"/>
    <dgm:cxn modelId="{E37D9CF8-DFE4-4379-9C72-27346573699A}" srcId="{D7951F77-4E36-4893-91C6-3151A6D51694}" destId="{223932EA-8A4D-4270-95C3-913761557237}" srcOrd="1" destOrd="0" parTransId="{E01D4CB3-97D0-4857-AF09-DED2BE24BAAC}" sibTransId="{C201C5C8-D4F2-4559-AF23-68BB4B3E7FB1}"/>
    <dgm:cxn modelId="{30F222E0-DF1F-4484-B140-6B7C6520EA89}" type="presParOf" srcId="{F61FEBF0-CB2F-4364-8F44-722FB7578D18}" destId="{F50C455E-839B-4494-8D06-326978CB28A7}" srcOrd="0" destOrd="0" presId="urn:microsoft.com/office/officeart/2018/2/layout/IconVerticalSolidList"/>
    <dgm:cxn modelId="{4FA9135E-4FFF-4848-9413-1BF026DB0BED}" type="presParOf" srcId="{F50C455E-839B-4494-8D06-326978CB28A7}" destId="{1DA8A0A9-929F-455B-B8BD-92EC86B6A862}" srcOrd="0" destOrd="0" presId="urn:microsoft.com/office/officeart/2018/2/layout/IconVerticalSolidList"/>
    <dgm:cxn modelId="{D16731A0-71A2-43AF-BF53-727392BD9F51}" type="presParOf" srcId="{F50C455E-839B-4494-8D06-326978CB28A7}" destId="{70C56EED-B0B5-4180-A100-474B69DE81C3}" srcOrd="1" destOrd="0" presId="urn:microsoft.com/office/officeart/2018/2/layout/IconVerticalSolidList"/>
    <dgm:cxn modelId="{4A8AA9B9-F7DD-4A1D-B570-4456CEC74161}" type="presParOf" srcId="{F50C455E-839B-4494-8D06-326978CB28A7}" destId="{1827E2BA-EA13-4751-82F2-976CBDED6C82}" srcOrd="2" destOrd="0" presId="urn:microsoft.com/office/officeart/2018/2/layout/IconVerticalSolidList"/>
    <dgm:cxn modelId="{DDE1A35C-0892-4749-9900-354FF724E1E5}" type="presParOf" srcId="{F50C455E-839B-4494-8D06-326978CB28A7}" destId="{C38A5A37-0883-4EE3-9002-010A6D324785}" srcOrd="3" destOrd="0" presId="urn:microsoft.com/office/officeart/2018/2/layout/IconVerticalSolidList"/>
    <dgm:cxn modelId="{D3D3D519-863B-49A0-9C3F-051416EA153D}" type="presParOf" srcId="{F61FEBF0-CB2F-4364-8F44-722FB7578D18}" destId="{21CE6EA1-CB92-41CD-8FAE-4CFF03E26BE6}" srcOrd="1" destOrd="0" presId="urn:microsoft.com/office/officeart/2018/2/layout/IconVerticalSolidList"/>
    <dgm:cxn modelId="{9D15FC18-0098-4A72-8D76-E82F2C2E180C}" type="presParOf" srcId="{F61FEBF0-CB2F-4364-8F44-722FB7578D18}" destId="{B92A22D8-3945-4B03-98DB-8A590020AE99}" srcOrd="2" destOrd="0" presId="urn:microsoft.com/office/officeart/2018/2/layout/IconVerticalSolidList"/>
    <dgm:cxn modelId="{7BC74BD9-A7ED-4402-9D3B-B1A5776A7EAD}" type="presParOf" srcId="{B92A22D8-3945-4B03-98DB-8A590020AE99}" destId="{A7FEDAED-2CDA-4D2F-883D-8D7438E3B422}" srcOrd="0" destOrd="0" presId="urn:microsoft.com/office/officeart/2018/2/layout/IconVerticalSolidList"/>
    <dgm:cxn modelId="{8C85A1A0-97AB-4188-8D32-DBD98A9FDB6A}" type="presParOf" srcId="{B92A22D8-3945-4B03-98DB-8A590020AE99}" destId="{7297DA32-36DE-4F9A-BB44-A3F001A7D7C3}" srcOrd="1" destOrd="0" presId="urn:microsoft.com/office/officeart/2018/2/layout/IconVerticalSolidList"/>
    <dgm:cxn modelId="{EB678E6A-2F37-4857-8F4D-6FB66B193092}" type="presParOf" srcId="{B92A22D8-3945-4B03-98DB-8A590020AE99}" destId="{E3DC658D-83A0-48BE-9074-9EB3678901E1}" srcOrd="2" destOrd="0" presId="urn:microsoft.com/office/officeart/2018/2/layout/IconVerticalSolidList"/>
    <dgm:cxn modelId="{08E40640-4D3B-4852-AF2D-2E0C224FF474}" type="presParOf" srcId="{B92A22D8-3945-4B03-98DB-8A590020AE99}" destId="{8F0FD205-8F23-4B47-859A-41BB69D2EDEE}" srcOrd="3" destOrd="0" presId="urn:microsoft.com/office/officeart/2018/2/layout/IconVerticalSolidList"/>
    <dgm:cxn modelId="{9C6E34DB-EF0D-43A5-A1E0-39D065733597}" type="presParOf" srcId="{F61FEBF0-CB2F-4364-8F44-722FB7578D18}" destId="{AFA75C0E-13A0-4D0C-ACA8-B29E381BEF9A}" srcOrd="3" destOrd="0" presId="urn:microsoft.com/office/officeart/2018/2/layout/IconVerticalSolidList"/>
    <dgm:cxn modelId="{AC8A67FF-09EA-4C04-AE25-5A9F33A57654}" type="presParOf" srcId="{F61FEBF0-CB2F-4364-8F44-722FB7578D18}" destId="{763367BB-4527-4646-8015-D79C10A337E8}" srcOrd="4" destOrd="0" presId="urn:microsoft.com/office/officeart/2018/2/layout/IconVerticalSolidList"/>
    <dgm:cxn modelId="{5BC094CB-F2E0-4918-9AC7-082F24D0AC9E}" type="presParOf" srcId="{763367BB-4527-4646-8015-D79C10A337E8}" destId="{712D2B29-4977-4B70-ABE9-215A9E804015}" srcOrd="0" destOrd="0" presId="urn:microsoft.com/office/officeart/2018/2/layout/IconVerticalSolidList"/>
    <dgm:cxn modelId="{8583FA80-D558-4B21-9EFE-C8F712D37D97}" type="presParOf" srcId="{763367BB-4527-4646-8015-D79C10A337E8}" destId="{6C7A9EF9-02EB-4D4D-A251-EC3A2F0EFD57}" srcOrd="1" destOrd="0" presId="urn:microsoft.com/office/officeart/2018/2/layout/IconVerticalSolidList"/>
    <dgm:cxn modelId="{FF2B3AFE-5D78-4AF4-BD5D-10DA64FD2E34}" type="presParOf" srcId="{763367BB-4527-4646-8015-D79C10A337E8}" destId="{13497251-DF6D-4038-B1ED-CA29B33C0A2F}" srcOrd="2" destOrd="0" presId="urn:microsoft.com/office/officeart/2018/2/layout/IconVerticalSolidList"/>
    <dgm:cxn modelId="{03E26A79-059D-4B0B-B311-C422C1F45874}" type="presParOf" srcId="{763367BB-4527-4646-8015-D79C10A337E8}" destId="{516FEABD-B159-4827-91AC-07F0FC9EFC37}" srcOrd="3" destOrd="0" presId="urn:microsoft.com/office/officeart/2018/2/layout/IconVerticalSolidList"/>
    <dgm:cxn modelId="{7DF7C674-8C32-4721-BFBF-41FDC484E9DE}" type="presParOf" srcId="{F61FEBF0-CB2F-4364-8F44-722FB7578D18}" destId="{580E91A4-0DB6-46AF-871B-67918081435B}" srcOrd="5" destOrd="0" presId="urn:microsoft.com/office/officeart/2018/2/layout/IconVerticalSolidList"/>
    <dgm:cxn modelId="{69E1E3B7-31C1-4B29-966A-E5A8BB0D531A}" type="presParOf" srcId="{F61FEBF0-CB2F-4364-8F44-722FB7578D18}" destId="{DD57C002-1714-4E12-872A-FCE88CC043FE}" srcOrd="6" destOrd="0" presId="urn:microsoft.com/office/officeart/2018/2/layout/IconVerticalSolidList"/>
    <dgm:cxn modelId="{EFAE7F8F-7259-4084-AAA5-1FF2B2F8421F}" type="presParOf" srcId="{DD57C002-1714-4E12-872A-FCE88CC043FE}" destId="{59534EC1-7FD9-454B-8378-AACE14683CA9}" srcOrd="0" destOrd="0" presId="urn:microsoft.com/office/officeart/2018/2/layout/IconVerticalSolidList"/>
    <dgm:cxn modelId="{800A25F1-C44E-4FE9-8A17-1481D23F9CD2}" type="presParOf" srcId="{DD57C002-1714-4E12-872A-FCE88CC043FE}" destId="{E81A461C-9D61-4B88-8277-F9DC532D2140}" srcOrd="1" destOrd="0" presId="urn:microsoft.com/office/officeart/2018/2/layout/IconVerticalSolidList"/>
    <dgm:cxn modelId="{A87D708E-7950-48D7-9212-063B037786BA}" type="presParOf" srcId="{DD57C002-1714-4E12-872A-FCE88CC043FE}" destId="{79C87944-7AB8-4146-A381-E36FC48D5AE7}" srcOrd="2" destOrd="0" presId="urn:microsoft.com/office/officeart/2018/2/layout/IconVerticalSolidList"/>
    <dgm:cxn modelId="{EC725DBF-F357-4C9A-A034-C4DE0610B5FD}" type="presParOf" srcId="{DD57C002-1714-4E12-872A-FCE88CC043FE}" destId="{CC81887C-6C6F-4E1A-BA2B-49AE8504B865}" srcOrd="3" destOrd="0" presId="urn:microsoft.com/office/officeart/2018/2/layout/IconVerticalSolidList"/>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211292-5724-4CF3-9B68-C9C37D007AE6}">
      <dsp:nvSpPr>
        <dsp:cNvPr id="0" name=""/>
        <dsp:cNvSpPr/>
      </dsp:nvSpPr>
      <dsp:spPr>
        <a:xfrm>
          <a:off x="0" y="880425"/>
          <a:ext cx="4944403" cy="1625400"/>
        </a:xfrm>
        <a:prstGeom prst="rect">
          <a:avLst/>
        </a:prstGeom>
        <a:noFill/>
        <a:ln w="38100" cap="sq" cmpd="dbl">
          <a:noFill/>
          <a:prstDash val="solid"/>
          <a:miter lim="800000"/>
        </a:ln>
        <a:effectLst/>
      </dsp:spPr>
      <dsp:style>
        <a:lnRef idx="0">
          <a:scrgbClr r="0" g="0" b="0"/>
        </a:lnRef>
        <a:fillRef idx="1">
          <a:scrgbClr r="0" g="0" b="0"/>
        </a:fillRef>
        <a:effectRef idx="0">
          <a:scrgbClr r="0" g="0" b="0"/>
        </a:effectRef>
        <a:fontRef idx="minor"/>
      </dsp:style>
    </dsp:sp>
    <dsp:sp modelId="{863410B7-CA0F-43F4-960E-9DA7059AF511}">
      <dsp:nvSpPr>
        <dsp:cNvPr id="0" name=""/>
        <dsp:cNvSpPr/>
      </dsp:nvSpPr>
      <dsp:spPr>
        <a:xfrm>
          <a:off x="491683" y="1246140"/>
          <a:ext cx="893970" cy="893970"/>
        </a:xfrm>
        <a:prstGeom prst="rect">
          <a:avLst/>
        </a:prstGeom>
        <a:blipFill>
          <a:blip xmlns:r="http://schemas.openxmlformats.org/officeDocument/2006/relationships">
            <a:extLs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B72B821-D3EB-46EE-BCA0-DA5A1D91AF84}">
      <dsp:nvSpPr>
        <dsp:cNvPr id="0" name=""/>
        <dsp:cNvSpPr/>
      </dsp:nvSpPr>
      <dsp:spPr bwMode="white">
        <a:xfrm>
          <a:off x="1877337" y="880425"/>
          <a:ext cx="3067065" cy="1625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022" tIns="172022" rIns="172022" bIns="172022" numCol="1" spcCol="1270" rtlCol="0" anchor="ctr" anchorCtr="0">
          <a:noAutofit/>
        </a:bodyPr>
        <a:lstStyle/>
        <a:p>
          <a:pPr marL="0" lvl="0" indent="0" algn="l" defTabSz="1111250" rtl="0">
            <a:lnSpc>
              <a:spcPct val="90000"/>
            </a:lnSpc>
            <a:spcBef>
              <a:spcPct val="0"/>
            </a:spcBef>
            <a:spcAft>
              <a:spcPct val="35000"/>
            </a:spcAft>
            <a:buNone/>
          </a:pPr>
          <a:r>
            <a:rPr lang="zh-CN" altLang="en-US" sz="2500" kern="1200" noProof="0" dirty="0">
              <a:solidFill>
                <a:schemeClr val="tx1"/>
              </a:solidFill>
              <a:latin typeface="Microsoft YaHei UI" panose="020B0503020204020204" pitchFamily="34" charset="-122"/>
              <a:ea typeface="Microsoft YaHei UI" panose="020B0503020204020204" pitchFamily="34" charset="-122"/>
            </a:rPr>
            <a:t>相关研究</a:t>
          </a:r>
        </a:p>
      </dsp:txBody>
      <dsp:txXfrm>
        <a:off x="1877337" y="880425"/>
        <a:ext cx="3067065" cy="1625400"/>
      </dsp:txXfrm>
    </dsp:sp>
    <dsp:sp modelId="{5EDC32A8-8A30-43AA-B28C-4DE1051927E9}">
      <dsp:nvSpPr>
        <dsp:cNvPr id="0" name=""/>
        <dsp:cNvSpPr/>
      </dsp:nvSpPr>
      <dsp:spPr>
        <a:xfrm>
          <a:off x="0" y="2912175"/>
          <a:ext cx="4944403" cy="1625400"/>
        </a:xfrm>
        <a:prstGeom prst="rect">
          <a:avLst/>
        </a:prstGeom>
        <a:noFill/>
        <a:ln w="38100" cap="sq" cmpd="dbl">
          <a:noFill/>
          <a:prstDash val="solid"/>
          <a:miter lim="800000"/>
        </a:ln>
        <a:effectLst/>
      </dsp:spPr>
      <dsp:style>
        <a:lnRef idx="0">
          <a:scrgbClr r="0" g="0" b="0"/>
        </a:lnRef>
        <a:fillRef idx="1">
          <a:scrgbClr r="0" g="0" b="0"/>
        </a:fillRef>
        <a:effectRef idx="0">
          <a:scrgbClr r="0" g="0" b="0"/>
        </a:effectRef>
        <a:fontRef idx="minor"/>
      </dsp:style>
    </dsp:sp>
    <dsp:sp modelId="{6AC72B6A-45B7-4ABB-9EFD-F5AC17DE9608}">
      <dsp:nvSpPr>
        <dsp:cNvPr id="0" name=""/>
        <dsp:cNvSpPr/>
      </dsp:nvSpPr>
      <dsp:spPr>
        <a:xfrm>
          <a:off x="491683" y="3277890"/>
          <a:ext cx="893970" cy="893970"/>
        </a:xfrm>
        <a:prstGeom prst="rect">
          <a:avLst/>
        </a:prstGeom>
        <a:blipFill>
          <a:blip xmlns:r="http://schemas.openxmlformats.org/officeDocument/2006/relationships">
            <a:extLs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286CCF-EBB1-4A29-B240-4BC3DA177E84}">
      <dsp:nvSpPr>
        <dsp:cNvPr id="0" name=""/>
        <dsp:cNvSpPr/>
      </dsp:nvSpPr>
      <dsp:spPr bwMode="white">
        <a:xfrm>
          <a:off x="1877337" y="2912175"/>
          <a:ext cx="3067065" cy="1625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022" tIns="172022" rIns="172022" bIns="172022" numCol="1" spcCol="1270" rtlCol="0" anchor="ctr" anchorCtr="0">
          <a:noAutofit/>
        </a:bodyPr>
        <a:lstStyle/>
        <a:p>
          <a:pPr marL="0" lvl="0" indent="0" algn="l" defTabSz="1111250" rtl="0">
            <a:lnSpc>
              <a:spcPct val="90000"/>
            </a:lnSpc>
            <a:spcBef>
              <a:spcPct val="0"/>
            </a:spcBef>
            <a:spcAft>
              <a:spcPct val="35000"/>
            </a:spcAft>
            <a:buNone/>
          </a:pPr>
          <a:r>
            <a:rPr lang="zh-CN" altLang="en-US" sz="2500" kern="1200" noProof="0" dirty="0">
              <a:solidFill>
                <a:schemeClr val="tx1"/>
              </a:solidFill>
              <a:latin typeface="Microsoft YaHei UI" panose="020B0503020204020204" pitchFamily="34" charset="-122"/>
              <a:ea typeface="Microsoft YaHei UI" panose="020B0503020204020204" pitchFamily="34" charset="-122"/>
            </a:rPr>
            <a:t>作用机制</a:t>
          </a:r>
        </a:p>
      </dsp:txBody>
      <dsp:txXfrm>
        <a:off x="1877337" y="2912175"/>
        <a:ext cx="3067065" cy="16254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204284-1F7C-4D58-BC79-8C2DEE7E9FAF}">
      <dsp:nvSpPr>
        <dsp:cNvPr id="0" name=""/>
        <dsp:cNvSpPr/>
      </dsp:nvSpPr>
      <dsp:spPr>
        <a:xfrm flipV="1">
          <a:off x="0" y="1914058"/>
          <a:ext cx="10453687" cy="105708"/>
        </a:xfrm>
        <a:prstGeom prst="homePlate">
          <a:avLst/>
        </a:prstGeom>
        <a:solidFill>
          <a:schemeClr val="accent5">
            <a:alpha val="90000"/>
          </a:schemeClr>
        </a:solidFill>
        <a:ln w="15875" cap="flat" cmpd="sng" algn="ctr">
          <a:noFill/>
          <a:prstDash val="solid"/>
        </a:ln>
        <a:effectLst/>
      </dsp:spPr>
      <dsp:style>
        <a:lnRef idx="2">
          <a:scrgbClr r="0" g="0" b="0"/>
        </a:lnRef>
        <a:fillRef idx="1">
          <a:scrgbClr r="0" g="0" b="0"/>
        </a:fillRef>
        <a:effectRef idx="0">
          <a:scrgbClr r="0" g="0" b="0"/>
        </a:effectRef>
        <a:fontRef idx="minor"/>
      </dsp:style>
    </dsp:sp>
    <dsp:sp modelId="{19EF924A-339B-436A-9151-9C7B0B0377B9}">
      <dsp:nvSpPr>
        <dsp:cNvPr id="0" name=""/>
        <dsp:cNvSpPr/>
      </dsp:nvSpPr>
      <dsp:spPr>
        <a:xfrm rot="8100000">
          <a:off x="65995" y="453296"/>
          <a:ext cx="289289" cy="289289"/>
        </a:xfrm>
        <a:prstGeom prst="teardrop">
          <a:avLst>
            <a:gd name="adj" fmla="val 115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846B4BA4-33F0-43CE-A60E-B95E195AD5A9}">
      <dsp:nvSpPr>
        <dsp:cNvPr id="0" name=""/>
        <dsp:cNvSpPr/>
      </dsp:nvSpPr>
      <dsp:spPr>
        <a:xfrm>
          <a:off x="98133" y="485434"/>
          <a:ext cx="225014" cy="225014"/>
        </a:xfrm>
        <a:prstGeom prst="donu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782CF5D-A585-4990-846A-5EDBD19A9BDB}">
      <dsp:nvSpPr>
        <dsp:cNvPr id="0" name=""/>
        <dsp:cNvSpPr/>
      </dsp:nvSpPr>
      <dsp:spPr>
        <a:xfrm>
          <a:off x="415199" y="802500"/>
          <a:ext cx="2482378" cy="1164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0650" rIns="120650" bIns="180975" numCol="1" spcCol="1270" rtlCol="0" anchor="t" anchorCtr="0">
          <a:noAutofit/>
        </a:bodyPr>
        <a:lstStyle/>
        <a:p>
          <a:pPr marL="0" lvl="0" indent="0" algn="l" defTabSz="844550">
            <a:lnSpc>
              <a:spcPct val="90000"/>
            </a:lnSpc>
            <a:spcBef>
              <a:spcPct val="0"/>
            </a:spcBef>
            <a:spcAft>
              <a:spcPct val="35000"/>
            </a:spcAft>
            <a:buNone/>
          </a:pPr>
          <a:r>
            <a:rPr lang="zh-CN" altLang="zh-CN" sz="1900" kern="1200" noProof="0" dirty="0">
              <a:solidFill>
                <a:srgbClr val="FFFFFF"/>
              </a:solidFill>
              <a:latin typeface="Microsoft YaHei UI" panose="020B0503020204020204" pitchFamily="34" charset="-122"/>
              <a:ea typeface="Microsoft YaHei UI" panose="020B0503020204020204" pitchFamily="34" charset="-122"/>
              <a:cs typeface="+mn-cs"/>
            </a:rPr>
            <a:t>将自身的性取向认为是普遍的</a:t>
          </a:r>
          <a:endParaRPr lang="en-US" altLang="zh-CN" sz="1900" kern="1200" noProof="0" dirty="0">
            <a:solidFill>
              <a:srgbClr val="FFFFFF"/>
            </a:solidFill>
            <a:latin typeface="Microsoft YaHei UI" panose="020B0503020204020204" pitchFamily="34" charset="-122"/>
            <a:ea typeface="Microsoft YaHei UI" panose="020B0503020204020204" pitchFamily="34" charset="-122"/>
            <a:cs typeface="+mn-cs"/>
          </a:endParaRPr>
        </a:p>
      </dsp:txBody>
      <dsp:txXfrm>
        <a:off x="415199" y="802500"/>
        <a:ext cx="2482378" cy="1164412"/>
      </dsp:txXfrm>
    </dsp:sp>
    <dsp:sp modelId="{85C50C56-6DC8-4C47-8DBC-4FD6B1554AA4}">
      <dsp:nvSpPr>
        <dsp:cNvPr id="0" name=""/>
        <dsp:cNvSpPr/>
      </dsp:nvSpPr>
      <dsp:spPr>
        <a:xfrm>
          <a:off x="415199" y="393382"/>
          <a:ext cx="2482378" cy="409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rtlCol="0" anchor="ctr" anchorCtr="0">
          <a:noAutofit/>
        </a:bodyPr>
        <a:lstStyle/>
        <a:p>
          <a:pPr marL="0" lvl="0" indent="0" algn="l" defTabSz="711200">
            <a:lnSpc>
              <a:spcPct val="90000"/>
            </a:lnSpc>
            <a:spcBef>
              <a:spcPct val="0"/>
            </a:spcBef>
            <a:spcAft>
              <a:spcPct val="35000"/>
            </a:spcAft>
            <a:buNone/>
          </a:pPr>
          <a:r>
            <a:rPr lang="en-US" altLang="zh-CN" sz="1600" b="1" kern="1200" noProof="0" dirty="0">
              <a:solidFill>
                <a:schemeClr val="bg1"/>
              </a:solidFill>
              <a:latin typeface="Microsoft YaHei UI" panose="020B0503020204020204" pitchFamily="34" charset="-122"/>
              <a:ea typeface="Microsoft YaHei UI" panose="020B0503020204020204" pitchFamily="34" charset="-122"/>
            </a:rPr>
            <a:t>1</a:t>
          </a:r>
          <a:endParaRPr lang="zh-CN" altLang="en-US" sz="1100" kern="1200" noProof="0" dirty="0">
            <a:solidFill>
              <a:schemeClr val="bg1"/>
            </a:solidFill>
            <a:latin typeface="Microsoft YaHei UI" panose="020B0503020204020204" pitchFamily="34" charset="-122"/>
            <a:ea typeface="Microsoft YaHei UI" panose="020B0503020204020204" pitchFamily="34" charset="-122"/>
          </a:endParaRPr>
        </a:p>
      </dsp:txBody>
      <dsp:txXfrm>
        <a:off x="415199" y="393382"/>
        <a:ext cx="2482378" cy="409117"/>
      </dsp:txXfrm>
    </dsp:sp>
    <dsp:sp modelId="{4F322B1B-F357-4BCD-BF34-8A0D705A1CE7}">
      <dsp:nvSpPr>
        <dsp:cNvPr id="0" name=""/>
        <dsp:cNvSpPr/>
      </dsp:nvSpPr>
      <dsp:spPr>
        <a:xfrm>
          <a:off x="210640" y="802500"/>
          <a:ext cx="0" cy="1164412"/>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9F727168-E825-43C1-AF50-41E115F59C0C}">
      <dsp:nvSpPr>
        <dsp:cNvPr id="0" name=""/>
        <dsp:cNvSpPr/>
      </dsp:nvSpPr>
      <dsp:spPr>
        <a:xfrm>
          <a:off x="173819" y="1930091"/>
          <a:ext cx="73641" cy="73641"/>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5B4632EA-1574-417A-A3FA-D711159FBAD1}">
      <dsp:nvSpPr>
        <dsp:cNvPr id="0" name=""/>
        <dsp:cNvSpPr/>
      </dsp:nvSpPr>
      <dsp:spPr>
        <a:xfrm rot="18900000">
          <a:off x="1556136" y="3191238"/>
          <a:ext cx="289289" cy="289289"/>
        </a:xfrm>
        <a:prstGeom prst="teardrop">
          <a:avLst>
            <a:gd name="adj" fmla="val 115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032E0966-F86B-4BBD-BE80-8FAB861AF0E8}">
      <dsp:nvSpPr>
        <dsp:cNvPr id="0" name=""/>
        <dsp:cNvSpPr/>
      </dsp:nvSpPr>
      <dsp:spPr>
        <a:xfrm>
          <a:off x="1588274" y="3223376"/>
          <a:ext cx="225014" cy="225014"/>
        </a:xfrm>
        <a:prstGeom prst="donu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608C5A1-CE9E-4410-9F2F-F714CC6AB069}">
      <dsp:nvSpPr>
        <dsp:cNvPr id="0" name=""/>
        <dsp:cNvSpPr/>
      </dsp:nvSpPr>
      <dsp:spPr>
        <a:xfrm>
          <a:off x="1905340" y="1966912"/>
          <a:ext cx="2482378" cy="1164412"/>
        </a:xfrm>
        <a:prstGeom prst="rect">
          <a:avLst/>
        </a:prstGeom>
        <a:noFill/>
        <a:ln>
          <a:noFill/>
        </a:ln>
        <a:effectLst/>
      </dsp:spPr>
      <dsp:style>
        <a:lnRef idx="0">
          <a:scrgbClr r="0" g="0" b="0"/>
        </a:lnRef>
        <a:fillRef idx="0">
          <a:scrgbClr r="0" g="0" b="0"/>
        </a:fillRef>
        <a:effectRef idx="0">
          <a:scrgbClr r="0" g="0" b="0"/>
        </a:effectRef>
        <a:fontRef idx="minor"/>
      </dsp:style>
    </dsp:sp>
    <dsp:sp modelId="{C1E34084-406C-48D5-88FE-7226282DBC49}">
      <dsp:nvSpPr>
        <dsp:cNvPr id="0" name=""/>
        <dsp:cNvSpPr/>
      </dsp:nvSpPr>
      <dsp:spPr>
        <a:xfrm>
          <a:off x="1905340" y="3131324"/>
          <a:ext cx="2482378" cy="409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69850" bIns="0" numCol="1" spcCol="1270" rtlCol="0" anchor="ctr" anchorCtr="0">
          <a:noAutofit/>
        </a:bodyPr>
        <a:lstStyle/>
        <a:p>
          <a:pPr marL="0" lvl="0" indent="0" algn="l" defTabSz="488950">
            <a:lnSpc>
              <a:spcPct val="90000"/>
            </a:lnSpc>
            <a:spcBef>
              <a:spcPct val="0"/>
            </a:spcBef>
            <a:spcAft>
              <a:spcPct val="35000"/>
            </a:spcAft>
            <a:buNone/>
          </a:pPr>
          <a:br>
            <a:rPr lang="zh-CN" altLang="en-US" sz="1100" kern="1200" noProof="0" dirty="0">
              <a:solidFill>
                <a:schemeClr val="bg1"/>
              </a:solidFill>
              <a:latin typeface="Microsoft YaHei UI" panose="020B0503020204020204" pitchFamily="34" charset="-122"/>
              <a:ea typeface="Microsoft YaHei UI" panose="020B0503020204020204" pitchFamily="34" charset="-122"/>
            </a:rPr>
          </a:br>
          <a:endParaRPr lang="en-US" altLang="zh-CN" sz="1100" kern="1200" noProof="0" dirty="0">
            <a:solidFill>
              <a:schemeClr val="bg1"/>
            </a:solidFill>
            <a:latin typeface="Microsoft YaHei UI" panose="020B0503020204020204" pitchFamily="34" charset="-122"/>
            <a:ea typeface="Microsoft YaHei UI" panose="020B0503020204020204" pitchFamily="34" charset="-122"/>
          </a:endParaRPr>
        </a:p>
      </dsp:txBody>
      <dsp:txXfrm>
        <a:off x="1905340" y="3131324"/>
        <a:ext cx="2482378" cy="409117"/>
      </dsp:txXfrm>
    </dsp:sp>
    <dsp:sp modelId="{33168228-1414-4AAF-B7E5-C08A80BBB2F1}">
      <dsp:nvSpPr>
        <dsp:cNvPr id="0" name=""/>
        <dsp:cNvSpPr/>
      </dsp:nvSpPr>
      <dsp:spPr>
        <a:xfrm>
          <a:off x="1700781" y="1966912"/>
          <a:ext cx="0" cy="1164412"/>
        </a:xfrm>
        <a:prstGeom prst="line">
          <a:avLst/>
        </a:prstGeom>
        <a:noFill/>
        <a:ln w="12700"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57996C3-16BE-4CEB-B9E2-6FFC42938F41}">
      <dsp:nvSpPr>
        <dsp:cNvPr id="0" name=""/>
        <dsp:cNvSpPr/>
      </dsp:nvSpPr>
      <dsp:spPr>
        <a:xfrm>
          <a:off x="1663961" y="1930091"/>
          <a:ext cx="73641" cy="73641"/>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7BC09B8D-1C75-4604-9F35-AEC078447C45}">
      <dsp:nvSpPr>
        <dsp:cNvPr id="0" name=""/>
        <dsp:cNvSpPr/>
      </dsp:nvSpPr>
      <dsp:spPr>
        <a:xfrm rot="8100000">
          <a:off x="3046278" y="453296"/>
          <a:ext cx="289289" cy="289289"/>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DFE91A1F-E910-48AB-A4C9-128002268483}">
      <dsp:nvSpPr>
        <dsp:cNvPr id="0" name=""/>
        <dsp:cNvSpPr/>
      </dsp:nvSpPr>
      <dsp:spPr>
        <a:xfrm>
          <a:off x="3078415" y="485434"/>
          <a:ext cx="225014" cy="225014"/>
        </a:xfrm>
        <a:prstGeom prst="star12">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C8603F2-85FC-4134-978C-4054E468209C}">
      <dsp:nvSpPr>
        <dsp:cNvPr id="0" name=""/>
        <dsp:cNvSpPr/>
      </dsp:nvSpPr>
      <dsp:spPr>
        <a:xfrm>
          <a:off x="3395482" y="802500"/>
          <a:ext cx="2482378" cy="1164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0650" rIns="120650" bIns="180975" numCol="1" spcCol="1270" rtlCol="0" anchor="t" anchorCtr="0">
          <a:noAutofit/>
        </a:bodyPr>
        <a:lstStyle/>
        <a:p>
          <a:pPr marL="0" lvl="0" indent="0" algn="l" defTabSz="844550">
            <a:lnSpc>
              <a:spcPct val="90000"/>
            </a:lnSpc>
            <a:spcBef>
              <a:spcPct val="0"/>
            </a:spcBef>
            <a:spcAft>
              <a:spcPct val="35000"/>
            </a:spcAft>
            <a:buNone/>
          </a:pPr>
          <a:r>
            <a:rPr lang="zh-CN" altLang="zh-CN" sz="1900" kern="1200" noProof="0" dirty="0">
              <a:solidFill>
                <a:schemeClr val="bg1"/>
              </a:solidFill>
              <a:latin typeface="Microsoft YaHei UI" panose="020B0503020204020204" pitchFamily="34" charset="-122"/>
              <a:ea typeface="Microsoft YaHei UI" panose="020B0503020204020204" pitchFamily="34" charset="-122"/>
            </a:rPr>
            <a:t>认为其他人也具有和自己相同的情感或行为模式</a:t>
          </a:r>
          <a:endParaRPr lang="en-US" altLang="zh-CN" sz="1900" i="1" kern="1200" noProof="0" dirty="0">
            <a:solidFill>
              <a:schemeClr val="bg1"/>
            </a:solidFill>
            <a:latin typeface="Microsoft YaHei UI" panose="020B0503020204020204" pitchFamily="34" charset="-122"/>
            <a:ea typeface="Microsoft YaHei UI" panose="020B0503020204020204" pitchFamily="34" charset="-122"/>
          </a:endParaRPr>
        </a:p>
      </dsp:txBody>
      <dsp:txXfrm>
        <a:off x="3395482" y="802500"/>
        <a:ext cx="2482378" cy="1164412"/>
      </dsp:txXfrm>
    </dsp:sp>
    <dsp:sp modelId="{4EB3AA5C-1289-44C6-9F3E-859ABA28E18F}">
      <dsp:nvSpPr>
        <dsp:cNvPr id="0" name=""/>
        <dsp:cNvSpPr/>
      </dsp:nvSpPr>
      <dsp:spPr>
        <a:xfrm>
          <a:off x="3395482" y="393382"/>
          <a:ext cx="2482378" cy="409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rtlCol="0" anchor="ctr" anchorCtr="0">
          <a:noAutofit/>
        </a:bodyPr>
        <a:lstStyle/>
        <a:p>
          <a:pPr marL="0" lvl="0" indent="0" algn="l" defTabSz="711200">
            <a:lnSpc>
              <a:spcPct val="90000"/>
            </a:lnSpc>
            <a:spcBef>
              <a:spcPct val="0"/>
            </a:spcBef>
            <a:spcAft>
              <a:spcPct val="35000"/>
            </a:spcAft>
            <a:buNone/>
          </a:pPr>
          <a:r>
            <a:rPr lang="en-US" altLang="zh-CN" sz="1600" b="1" kern="1200" noProof="0" dirty="0">
              <a:solidFill>
                <a:srgbClr val="FFFFFF"/>
              </a:solidFill>
              <a:latin typeface="Microsoft YaHei UI" panose="020B0503020204020204" pitchFamily="34" charset="-122"/>
              <a:ea typeface="Microsoft YaHei UI" panose="020B0503020204020204" pitchFamily="34" charset="-122"/>
              <a:cs typeface="+mn-cs"/>
            </a:rPr>
            <a:t>2</a:t>
          </a:r>
          <a:endParaRPr lang="zh-CN" altLang="en-US" sz="1600" b="1" kern="1200" noProof="0" dirty="0">
            <a:solidFill>
              <a:srgbClr val="FFFFFF"/>
            </a:solidFill>
            <a:latin typeface="Microsoft YaHei UI" panose="020B0503020204020204" pitchFamily="34" charset="-122"/>
            <a:ea typeface="Microsoft YaHei UI" panose="020B0503020204020204" pitchFamily="34" charset="-122"/>
            <a:cs typeface="+mn-cs"/>
          </a:endParaRPr>
        </a:p>
      </dsp:txBody>
      <dsp:txXfrm>
        <a:off x="3395482" y="393382"/>
        <a:ext cx="2482378" cy="409117"/>
      </dsp:txXfrm>
    </dsp:sp>
    <dsp:sp modelId="{0BB03C0E-97EC-4D66-9B09-35D689DAB28C}">
      <dsp:nvSpPr>
        <dsp:cNvPr id="0" name=""/>
        <dsp:cNvSpPr/>
      </dsp:nvSpPr>
      <dsp:spPr>
        <a:xfrm>
          <a:off x="3190923" y="802500"/>
          <a:ext cx="0" cy="1164412"/>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56361E50-9FEC-48AD-A369-C1A8379B35EC}">
      <dsp:nvSpPr>
        <dsp:cNvPr id="0" name=""/>
        <dsp:cNvSpPr/>
      </dsp:nvSpPr>
      <dsp:spPr>
        <a:xfrm>
          <a:off x="3154102" y="1930091"/>
          <a:ext cx="73641" cy="73641"/>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C0DBECBF-E3AA-450B-95D4-8349AA21B4F8}">
      <dsp:nvSpPr>
        <dsp:cNvPr id="0" name=""/>
        <dsp:cNvSpPr/>
      </dsp:nvSpPr>
      <dsp:spPr>
        <a:xfrm rot="18900000">
          <a:off x="4536419" y="3191238"/>
          <a:ext cx="289289" cy="289289"/>
        </a:xfrm>
        <a:prstGeom prst="teardrop">
          <a:avLst>
            <a:gd name="adj" fmla="val 115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6EDDD44C-F5E4-49AD-B1D9-346B8B8AEE8F}">
      <dsp:nvSpPr>
        <dsp:cNvPr id="0" name=""/>
        <dsp:cNvSpPr/>
      </dsp:nvSpPr>
      <dsp:spPr>
        <a:xfrm>
          <a:off x="4568557" y="3223376"/>
          <a:ext cx="225014" cy="225014"/>
        </a:xfrm>
        <a:prstGeom prst="donu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E564261-183D-47F9-8E7E-BCFC5023A815}">
      <dsp:nvSpPr>
        <dsp:cNvPr id="0" name=""/>
        <dsp:cNvSpPr/>
      </dsp:nvSpPr>
      <dsp:spPr>
        <a:xfrm>
          <a:off x="4885623" y="1966912"/>
          <a:ext cx="2482378" cy="1164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rtlCol="0" anchor="b" anchorCtr="0">
          <a:noAutofit/>
        </a:bodyPr>
        <a:lstStyle/>
        <a:p>
          <a:pPr marL="0" lvl="0" indent="0" algn="l" defTabSz="666750">
            <a:lnSpc>
              <a:spcPct val="90000"/>
            </a:lnSpc>
            <a:spcBef>
              <a:spcPct val="0"/>
            </a:spcBef>
            <a:spcAft>
              <a:spcPct val="35000"/>
            </a:spcAft>
            <a:buNone/>
          </a:pPr>
          <a:endParaRPr lang="en-US" altLang="zh-CN" sz="1500" kern="1200" noProof="0" dirty="0">
            <a:solidFill>
              <a:schemeClr val="bg1"/>
            </a:solidFill>
            <a:latin typeface="Microsoft YaHei UI" panose="020B0503020204020204" pitchFamily="34" charset="-122"/>
            <a:ea typeface="Microsoft YaHei UI" panose="020B0503020204020204" pitchFamily="34" charset="-122"/>
          </a:endParaRPr>
        </a:p>
      </dsp:txBody>
      <dsp:txXfrm>
        <a:off x="4885623" y="1966912"/>
        <a:ext cx="2482378" cy="1164412"/>
      </dsp:txXfrm>
    </dsp:sp>
    <dsp:sp modelId="{3DA36ABE-9810-4ED4-9A55-2905E7588D06}">
      <dsp:nvSpPr>
        <dsp:cNvPr id="0" name=""/>
        <dsp:cNvSpPr/>
      </dsp:nvSpPr>
      <dsp:spPr>
        <a:xfrm>
          <a:off x="4885623" y="3131324"/>
          <a:ext cx="2482378" cy="409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69850" bIns="0" numCol="1" spcCol="1270" rtlCol="0" anchor="ctr" anchorCtr="0">
          <a:noAutofit/>
        </a:bodyPr>
        <a:lstStyle/>
        <a:p>
          <a:pPr marL="0" lvl="0" indent="0" algn="l" defTabSz="488950">
            <a:lnSpc>
              <a:spcPct val="90000"/>
            </a:lnSpc>
            <a:spcBef>
              <a:spcPct val="0"/>
            </a:spcBef>
            <a:spcAft>
              <a:spcPct val="35000"/>
            </a:spcAft>
            <a:buNone/>
          </a:pPr>
          <a:endParaRPr lang="en-US" altLang="zh-CN" sz="1100" kern="1200" noProof="0" dirty="0">
            <a:solidFill>
              <a:schemeClr val="bg1"/>
            </a:solidFill>
            <a:latin typeface="Microsoft YaHei UI" panose="020B0503020204020204" pitchFamily="34" charset="-122"/>
            <a:ea typeface="Microsoft YaHei UI" panose="020B0503020204020204" pitchFamily="34" charset="-122"/>
          </a:endParaRPr>
        </a:p>
      </dsp:txBody>
      <dsp:txXfrm>
        <a:off x="4885623" y="3131324"/>
        <a:ext cx="2482378" cy="409117"/>
      </dsp:txXfrm>
    </dsp:sp>
    <dsp:sp modelId="{4B9F5909-A57C-4893-9C8A-D5960FE9BE37}">
      <dsp:nvSpPr>
        <dsp:cNvPr id="0" name=""/>
        <dsp:cNvSpPr/>
      </dsp:nvSpPr>
      <dsp:spPr>
        <a:xfrm>
          <a:off x="4681064" y="1966912"/>
          <a:ext cx="0" cy="1164412"/>
        </a:xfrm>
        <a:prstGeom prst="line">
          <a:avLst/>
        </a:prstGeom>
        <a:noFill/>
        <a:ln w="12700"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891B168-1DA5-4124-931F-A51FCB8EFC11}">
      <dsp:nvSpPr>
        <dsp:cNvPr id="0" name=""/>
        <dsp:cNvSpPr/>
      </dsp:nvSpPr>
      <dsp:spPr>
        <a:xfrm>
          <a:off x="4644243" y="1930091"/>
          <a:ext cx="73641" cy="73641"/>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488CC4C6-DFBC-460C-A9ED-BEDA8CC682D4}">
      <dsp:nvSpPr>
        <dsp:cNvPr id="0" name=""/>
        <dsp:cNvSpPr/>
      </dsp:nvSpPr>
      <dsp:spPr>
        <a:xfrm rot="8100000">
          <a:off x="6026560" y="453296"/>
          <a:ext cx="289289" cy="289289"/>
        </a:xfrm>
        <a:prstGeom prst="teardrop">
          <a:avLst>
            <a:gd name="adj" fmla="val 115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48CA82DA-B677-461B-A08D-337683480059}">
      <dsp:nvSpPr>
        <dsp:cNvPr id="0" name=""/>
        <dsp:cNvSpPr/>
      </dsp:nvSpPr>
      <dsp:spPr>
        <a:xfrm>
          <a:off x="6058698" y="485434"/>
          <a:ext cx="225014" cy="225014"/>
        </a:xfrm>
        <a:prstGeom prst="donu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1646913-A3FA-4470-A3E9-C64B0A13A62A}">
      <dsp:nvSpPr>
        <dsp:cNvPr id="0" name=""/>
        <dsp:cNvSpPr/>
      </dsp:nvSpPr>
      <dsp:spPr>
        <a:xfrm>
          <a:off x="6375764" y="802500"/>
          <a:ext cx="2482378" cy="1164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0650" rIns="120650" bIns="180975" numCol="1" spcCol="1270" rtlCol="0" anchor="t" anchorCtr="0">
          <a:noAutofit/>
        </a:bodyPr>
        <a:lstStyle/>
        <a:p>
          <a:pPr marL="0" lvl="0" indent="0" algn="l" defTabSz="844550">
            <a:lnSpc>
              <a:spcPct val="90000"/>
            </a:lnSpc>
            <a:spcBef>
              <a:spcPct val="0"/>
            </a:spcBef>
            <a:spcAft>
              <a:spcPct val="35000"/>
            </a:spcAft>
            <a:buNone/>
          </a:pPr>
          <a:r>
            <a:rPr lang="zh-CN" altLang="zh-CN" sz="1900" kern="1200" noProof="0" dirty="0">
              <a:solidFill>
                <a:srgbClr val="FFFFFF"/>
              </a:solidFill>
              <a:latin typeface="Microsoft YaHei UI" panose="020B0503020204020204" pitchFamily="34" charset="-122"/>
              <a:ea typeface="Microsoft YaHei UI" panose="020B0503020204020204" pitchFamily="34" charset="-122"/>
              <a:cs typeface="+mn-cs"/>
            </a:rPr>
            <a:t>将他人的某些行为解释为同性倾向的表现等</a:t>
          </a:r>
          <a:endParaRPr lang="en-US" altLang="zh-CN" sz="1900" kern="1200" noProof="0" dirty="0">
            <a:solidFill>
              <a:srgbClr val="FFFFFF"/>
            </a:solidFill>
            <a:latin typeface="Microsoft YaHei UI" panose="020B0503020204020204" pitchFamily="34" charset="-122"/>
            <a:ea typeface="Microsoft YaHei UI" panose="020B0503020204020204" pitchFamily="34" charset="-122"/>
            <a:cs typeface="+mn-cs"/>
          </a:endParaRPr>
        </a:p>
      </dsp:txBody>
      <dsp:txXfrm>
        <a:off x="6375764" y="802500"/>
        <a:ext cx="2482378" cy="1164412"/>
      </dsp:txXfrm>
    </dsp:sp>
    <dsp:sp modelId="{6EC2FC68-E1B8-4274-8090-C2C96A4CD82C}">
      <dsp:nvSpPr>
        <dsp:cNvPr id="0" name=""/>
        <dsp:cNvSpPr/>
      </dsp:nvSpPr>
      <dsp:spPr>
        <a:xfrm>
          <a:off x="6375764" y="393382"/>
          <a:ext cx="2482378" cy="409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rtlCol="0" anchor="ctr" anchorCtr="0">
          <a:noAutofit/>
        </a:bodyPr>
        <a:lstStyle/>
        <a:p>
          <a:pPr marL="0" lvl="0" indent="0" algn="l" defTabSz="711200">
            <a:lnSpc>
              <a:spcPct val="90000"/>
            </a:lnSpc>
            <a:spcBef>
              <a:spcPct val="0"/>
            </a:spcBef>
            <a:spcAft>
              <a:spcPct val="35000"/>
            </a:spcAft>
            <a:buNone/>
          </a:pPr>
          <a:r>
            <a:rPr lang="en-US" altLang="zh-CN" sz="1600" b="1" kern="1200" noProof="0" dirty="0">
              <a:solidFill>
                <a:schemeClr val="bg1"/>
              </a:solidFill>
              <a:latin typeface="Microsoft YaHei UI" panose="020B0503020204020204" pitchFamily="34" charset="-122"/>
              <a:ea typeface="Microsoft YaHei UI" panose="020B0503020204020204" pitchFamily="34" charset="-122"/>
            </a:rPr>
            <a:t>3</a:t>
          </a:r>
          <a:endParaRPr lang="en-US" altLang="zh-CN" sz="1100" kern="1200" noProof="0" dirty="0">
            <a:solidFill>
              <a:schemeClr val="bg1"/>
            </a:solidFill>
            <a:latin typeface="Microsoft YaHei UI" panose="020B0503020204020204" pitchFamily="34" charset="-122"/>
            <a:ea typeface="Microsoft YaHei UI" panose="020B0503020204020204" pitchFamily="34" charset="-122"/>
          </a:endParaRPr>
        </a:p>
      </dsp:txBody>
      <dsp:txXfrm>
        <a:off x="6375764" y="393382"/>
        <a:ext cx="2482378" cy="409117"/>
      </dsp:txXfrm>
    </dsp:sp>
    <dsp:sp modelId="{4F41BF23-550C-4E7F-977E-3D22E3AF7B51}">
      <dsp:nvSpPr>
        <dsp:cNvPr id="0" name=""/>
        <dsp:cNvSpPr/>
      </dsp:nvSpPr>
      <dsp:spPr>
        <a:xfrm>
          <a:off x="6171205" y="802500"/>
          <a:ext cx="0" cy="1164412"/>
        </a:xfrm>
        <a:prstGeom prst="line">
          <a:avLst/>
        </a:prstGeom>
        <a:noFill/>
        <a:ln w="12700"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78CF1E0-B1C4-4B10-A5EC-FD7EF0557E2D}">
      <dsp:nvSpPr>
        <dsp:cNvPr id="0" name=""/>
        <dsp:cNvSpPr/>
      </dsp:nvSpPr>
      <dsp:spPr>
        <a:xfrm>
          <a:off x="6134385" y="1930091"/>
          <a:ext cx="73641" cy="73641"/>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73F98938-B973-410F-B6E0-43437FA146E6}">
      <dsp:nvSpPr>
        <dsp:cNvPr id="0" name=""/>
        <dsp:cNvSpPr/>
      </dsp:nvSpPr>
      <dsp:spPr>
        <a:xfrm rot="18900000">
          <a:off x="7516702" y="3191238"/>
          <a:ext cx="289289" cy="289289"/>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26BE64BD-02BC-4C6F-AC50-F9617E59754D}">
      <dsp:nvSpPr>
        <dsp:cNvPr id="0" name=""/>
        <dsp:cNvSpPr/>
      </dsp:nvSpPr>
      <dsp:spPr>
        <a:xfrm>
          <a:off x="7548839" y="3223376"/>
          <a:ext cx="225014" cy="225014"/>
        </a:xfrm>
        <a:prstGeom prst="star12">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C5070CD-E29E-4F50-9A43-342A2DE968FF}">
      <dsp:nvSpPr>
        <dsp:cNvPr id="0" name=""/>
        <dsp:cNvSpPr/>
      </dsp:nvSpPr>
      <dsp:spPr>
        <a:xfrm>
          <a:off x="7865906" y="1966912"/>
          <a:ext cx="2482378" cy="1164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rtlCol="0" anchor="b" anchorCtr="0">
          <a:noAutofit/>
        </a:bodyPr>
        <a:lstStyle/>
        <a:p>
          <a:pPr marL="0" lvl="0" indent="0" algn="l" defTabSz="666750">
            <a:lnSpc>
              <a:spcPct val="90000"/>
            </a:lnSpc>
            <a:spcBef>
              <a:spcPct val="0"/>
            </a:spcBef>
            <a:spcAft>
              <a:spcPct val="35000"/>
            </a:spcAft>
            <a:buNone/>
          </a:pPr>
          <a:endParaRPr lang="zh-CN" altLang="en-US" sz="1500" kern="1200" noProof="0" dirty="0">
            <a:solidFill>
              <a:schemeClr val="bg1"/>
            </a:solidFill>
            <a:latin typeface="Microsoft YaHei UI" panose="020B0503020204020204" pitchFamily="34" charset="-122"/>
            <a:ea typeface="Microsoft YaHei UI" panose="020B0503020204020204" pitchFamily="34" charset="-122"/>
          </a:endParaRPr>
        </a:p>
      </dsp:txBody>
      <dsp:txXfrm>
        <a:off x="7865906" y="1966912"/>
        <a:ext cx="2482378" cy="1164412"/>
      </dsp:txXfrm>
    </dsp:sp>
    <dsp:sp modelId="{6FED4196-A0D3-4E5C-83DA-99291A8FFFC3}">
      <dsp:nvSpPr>
        <dsp:cNvPr id="0" name=""/>
        <dsp:cNvSpPr/>
      </dsp:nvSpPr>
      <dsp:spPr>
        <a:xfrm>
          <a:off x="7865906" y="3131324"/>
          <a:ext cx="2482378" cy="409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rtlCol="0" anchor="ctr" anchorCtr="0">
          <a:noAutofit/>
        </a:bodyPr>
        <a:lstStyle/>
        <a:p>
          <a:pPr marL="0" lvl="0" indent="0" algn="l" defTabSz="889000">
            <a:lnSpc>
              <a:spcPct val="90000"/>
            </a:lnSpc>
            <a:spcBef>
              <a:spcPct val="0"/>
            </a:spcBef>
            <a:spcAft>
              <a:spcPct val="35000"/>
            </a:spcAft>
            <a:buNone/>
          </a:pPr>
          <a:endParaRPr lang="zh-CN" altLang="en-US" sz="2000" b="0" i="1" kern="1200" noProof="0" dirty="0">
            <a:solidFill>
              <a:schemeClr val="bg1"/>
            </a:solidFill>
            <a:latin typeface="Microsoft YaHei UI" panose="020B0503020204020204" pitchFamily="34" charset="-122"/>
            <a:ea typeface="Microsoft YaHei UI" panose="020B0503020204020204" pitchFamily="34" charset="-122"/>
          </a:endParaRPr>
        </a:p>
      </dsp:txBody>
      <dsp:txXfrm>
        <a:off x="7865906" y="3131324"/>
        <a:ext cx="2482378" cy="409117"/>
      </dsp:txXfrm>
    </dsp:sp>
    <dsp:sp modelId="{54DE4918-169B-4E9C-B946-44A9D45AEC94}">
      <dsp:nvSpPr>
        <dsp:cNvPr id="0" name=""/>
        <dsp:cNvSpPr/>
      </dsp:nvSpPr>
      <dsp:spPr>
        <a:xfrm>
          <a:off x="7661347" y="1966912"/>
          <a:ext cx="0" cy="1164412"/>
        </a:xfrm>
        <a:prstGeom prst="line">
          <a:avLst/>
        </a:prstGeom>
        <a:noFill/>
        <a:ln w="12700"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64C6D16-2F77-439A-848A-F1081C5E5CBE}">
      <dsp:nvSpPr>
        <dsp:cNvPr id="0" name=""/>
        <dsp:cNvSpPr/>
      </dsp:nvSpPr>
      <dsp:spPr>
        <a:xfrm>
          <a:off x="7624526" y="1930091"/>
          <a:ext cx="73641" cy="73641"/>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204284-1F7C-4D58-BC79-8C2DEE7E9FAF}">
      <dsp:nvSpPr>
        <dsp:cNvPr id="0" name=""/>
        <dsp:cNvSpPr/>
      </dsp:nvSpPr>
      <dsp:spPr>
        <a:xfrm flipV="1">
          <a:off x="0" y="1914058"/>
          <a:ext cx="10453687" cy="105708"/>
        </a:xfrm>
        <a:prstGeom prst="homePlate">
          <a:avLst/>
        </a:prstGeom>
        <a:solidFill>
          <a:schemeClr val="accent5">
            <a:alpha val="90000"/>
          </a:schemeClr>
        </a:solidFill>
        <a:ln w="15875" cap="flat" cmpd="sng" algn="ctr">
          <a:noFill/>
          <a:prstDash val="solid"/>
        </a:ln>
        <a:effectLst/>
      </dsp:spPr>
      <dsp:style>
        <a:lnRef idx="2">
          <a:scrgbClr r="0" g="0" b="0"/>
        </a:lnRef>
        <a:fillRef idx="1">
          <a:scrgbClr r="0" g="0" b="0"/>
        </a:fillRef>
        <a:effectRef idx="0">
          <a:scrgbClr r="0" g="0" b="0"/>
        </a:effectRef>
        <a:fontRef idx="minor"/>
      </dsp:style>
    </dsp:sp>
    <dsp:sp modelId="{19EF924A-339B-436A-9151-9C7B0B0377B9}">
      <dsp:nvSpPr>
        <dsp:cNvPr id="0" name=""/>
        <dsp:cNvSpPr/>
      </dsp:nvSpPr>
      <dsp:spPr>
        <a:xfrm rot="8100000">
          <a:off x="65995" y="453296"/>
          <a:ext cx="289289" cy="289289"/>
        </a:xfrm>
        <a:prstGeom prst="teardrop">
          <a:avLst>
            <a:gd name="adj" fmla="val 115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846B4BA4-33F0-43CE-A60E-B95E195AD5A9}">
      <dsp:nvSpPr>
        <dsp:cNvPr id="0" name=""/>
        <dsp:cNvSpPr/>
      </dsp:nvSpPr>
      <dsp:spPr>
        <a:xfrm>
          <a:off x="98133" y="485434"/>
          <a:ext cx="225014" cy="225014"/>
        </a:xfrm>
        <a:prstGeom prst="donu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782CF5D-A585-4990-846A-5EDBD19A9BDB}">
      <dsp:nvSpPr>
        <dsp:cNvPr id="0" name=""/>
        <dsp:cNvSpPr/>
      </dsp:nvSpPr>
      <dsp:spPr>
        <a:xfrm>
          <a:off x="415199" y="802500"/>
          <a:ext cx="2482378" cy="1164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0650" rIns="120650" bIns="180975" numCol="1" spcCol="1270" rtlCol="0" anchor="t" anchorCtr="0">
          <a:noAutofit/>
        </a:bodyPr>
        <a:lstStyle/>
        <a:p>
          <a:pPr marL="0" lvl="0" indent="0" algn="l" defTabSz="844550">
            <a:lnSpc>
              <a:spcPct val="90000"/>
            </a:lnSpc>
            <a:spcBef>
              <a:spcPct val="0"/>
            </a:spcBef>
            <a:spcAft>
              <a:spcPct val="35000"/>
            </a:spcAft>
            <a:buNone/>
          </a:pPr>
          <a:r>
            <a:rPr lang="zh-CN" altLang="zh-CN" sz="1900" kern="1200" noProof="0" dirty="0">
              <a:solidFill>
                <a:srgbClr val="FFFFFF"/>
              </a:solidFill>
              <a:latin typeface="Microsoft YaHei UI" panose="020B0503020204020204" pitchFamily="34" charset="-122"/>
              <a:ea typeface="Microsoft YaHei UI" panose="020B0503020204020204" pitchFamily="34" charset="-122"/>
              <a:cs typeface="+mn-cs"/>
            </a:rPr>
            <a:t>对同性恋的不了解和恐惧</a:t>
          </a:r>
          <a:endParaRPr lang="en-US" altLang="zh-CN" sz="1900" kern="1200" noProof="0" dirty="0">
            <a:solidFill>
              <a:srgbClr val="FFFFFF"/>
            </a:solidFill>
            <a:latin typeface="Microsoft YaHei UI" panose="020B0503020204020204" pitchFamily="34" charset="-122"/>
            <a:ea typeface="Microsoft YaHei UI" panose="020B0503020204020204" pitchFamily="34" charset="-122"/>
            <a:cs typeface="+mn-cs"/>
          </a:endParaRPr>
        </a:p>
      </dsp:txBody>
      <dsp:txXfrm>
        <a:off x="415199" y="802500"/>
        <a:ext cx="2482378" cy="1164412"/>
      </dsp:txXfrm>
    </dsp:sp>
    <dsp:sp modelId="{85C50C56-6DC8-4C47-8DBC-4FD6B1554AA4}">
      <dsp:nvSpPr>
        <dsp:cNvPr id="0" name=""/>
        <dsp:cNvSpPr/>
      </dsp:nvSpPr>
      <dsp:spPr>
        <a:xfrm>
          <a:off x="415199" y="393382"/>
          <a:ext cx="2482378" cy="409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rtlCol="0" anchor="ctr" anchorCtr="0">
          <a:noAutofit/>
        </a:bodyPr>
        <a:lstStyle/>
        <a:p>
          <a:pPr marL="0" lvl="0" indent="0" algn="l" defTabSz="711200">
            <a:lnSpc>
              <a:spcPct val="90000"/>
            </a:lnSpc>
            <a:spcBef>
              <a:spcPct val="0"/>
            </a:spcBef>
            <a:spcAft>
              <a:spcPct val="35000"/>
            </a:spcAft>
            <a:buNone/>
          </a:pPr>
          <a:r>
            <a:rPr lang="en-US" altLang="zh-CN" sz="1600" b="1" kern="1200" noProof="0" dirty="0">
              <a:solidFill>
                <a:schemeClr val="bg1"/>
              </a:solidFill>
              <a:latin typeface="Microsoft YaHei UI" panose="020B0503020204020204" pitchFamily="34" charset="-122"/>
              <a:ea typeface="Microsoft YaHei UI" panose="020B0503020204020204" pitchFamily="34" charset="-122"/>
            </a:rPr>
            <a:t>1</a:t>
          </a:r>
          <a:endParaRPr lang="zh-CN" altLang="en-US" sz="1100" kern="1200" noProof="0" dirty="0">
            <a:solidFill>
              <a:schemeClr val="bg1"/>
            </a:solidFill>
            <a:latin typeface="Microsoft YaHei UI" panose="020B0503020204020204" pitchFamily="34" charset="-122"/>
            <a:ea typeface="Microsoft YaHei UI" panose="020B0503020204020204" pitchFamily="34" charset="-122"/>
          </a:endParaRPr>
        </a:p>
      </dsp:txBody>
      <dsp:txXfrm>
        <a:off x="415199" y="393382"/>
        <a:ext cx="2482378" cy="409117"/>
      </dsp:txXfrm>
    </dsp:sp>
    <dsp:sp modelId="{4F322B1B-F357-4BCD-BF34-8A0D705A1CE7}">
      <dsp:nvSpPr>
        <dsp:cNvPr id="0" name=""/>
        <dsp:cNvSpPr/>
      </dsp:nvSpPr>
      <dsp:spPr>
        <a:xfrm>
          <a:off x="210640" y="802500"/>
          <a:ext cx="0" cy="1164412"/>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9F727168-E825-43C1-AF50-41E115F59C0C}">
      <dsp:nvSpPr>
        <dsp:cNvPr id="0" name=""/>
        <dsp:cNvSpPr/>
      </dsp:nvSpPr>
      <dsp:spPr>
        <a:xfrm>
          <a:off x="173819" y="1930091"/>
          <a:ext cx="73641" cy="73641"/>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5B4632EA-1574-417A-A3FA-D711159FBAD1}">
      <dsp:nvSpPr>
        <dsp:cNvPr id="0" name=""/>
        <dsp:cNvSpPr/>
      </dsp:nvSpPr>
      <dsp:spPr>
        <a:xfrm rot="18900000">
          <a:off x="1556136" y="3191238"/>
          <a:ext cx="289289" cy="289289"/>
        </a:xfrm>
        <a:prstGeom prst="teardrop">
          <a:avLst>
            <a:gd name="adj" fmla="val 115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032E0966-F86B-4BBD-BE80-8FAB861AF0E8}">
      <dsp:nvSpPr>
        <dsp:cNvPr id="0" name=""/>
        <dsp:cNvSpPr/>
      </dsp:nvSpPr>
      <dsp:spPr>
        <a:xfrm>
          <a:off x="1588274" y="3223376"/>
          <a:ext cx="225014" cy="225014"/>
        </a:xfrm>
        <a:prstGeom prst="donu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608C5A1-CE9E-4410-9F2F-F714CC6AB069}">
      <dsp:nvSpPr>
        <dsp:cNvPr id="0" name=""/>
        <dsp:cNvSpPr/>
      </dsp:nvSpPr>
      <dsp:spPr>
        <a:xfrm>
          <a:off x="1905340" y="1966912"/>
          <a:ext cx="2482378" cy="1164412"/>
        </a:xfrm>
        <a:prstGeom prst="rect">
          <a:avLst/>
        </a:prstGeom>
        <a:noFill/>
        <a:ln>
          <a:noFill/>
        </a:ln>
        <a:effectLst/>
      </dsp:spPr>
      <dsp:style>
        <a:lnRef idx="0">
          <a:scrgbClr r="0" g="0" b="0"/>
        </a:lnRef>
        <a:fillRef idx="0">
          <a:scrgbClr r="0" g="0" b="0"/>
        </a:fillRef>
        <a:effectRef idx="0">
          <a:scrgbClr r="0" g="0" b="0"/>
        </a:effectRef>
        <a:fontRef idx="minor"/>
      </dsp:style>
    </dsp:sp>
    <dsp:sp modelId="{C1E34084-406C-48D5-88FE-7226282DBC49}">
      <dsp:nvSpPr>
        <dsp:cNvPr id="0" name=""/>
        <dsp:cNvSpPr/>
      </dsp:nvSpPr>
      <dsp:spPr>
        <a:xfrm>
          <a:off x="1905340" y="3131324"/>
          <a:ext cx="2482378" cy="409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69850" bIns="0" numCol="1" spcCol="1270" rtlCol="0" anchor="ctr" anchorCtr="0">
          <a:noAutofit/>
        </a:bodyPr>
        <a:lstStyle/>
        <a:p>
          <a:pPr marL="0" lvl="0" indent="0" algn="l" defTabSz="488950">
            <a:lnSpc>
              <a:spcPct val="90000"/>
            </a:lnSpc>
            <a:spcBef>
              <a:spcPct val="0"/>
            </a:spcBef>
            <a:spcAft>
              <a:spcPct val="35000"/>
            </a:spcAft>
            <a:buNone/>
          </a:pPr>
          <a:br>
            <a:rPr lang="zh-CN" altLang="en-US" sz="1100" kern="1200" noProof="0" dirty="0">
              <a:solidFill>
                <a:schemeClr val="bg1"/>
              </a:solidFill>
              <a:latin typeface="Microsoft YaHei UI" panose="020B0503020204020204" pitchFamily="34" charset="-122"/>
              <a:ea typeface="Microsoft YaHei UI" panose="020B0503020204020204" pitchFamily="34" charset="-122"/>
            </a:rPr>
          </a:br>
          <a:endParaRPr lang="en-US" altLang="zh-CN" sz="1100" kern="1200" noProof="0" dirty="0">
            <a:solidFill>
              <a:schemeClr val="bg1"/>
            </a:solidFill>
            <a:latin typeface="Microsoft YaHei UI" panose="020B0503020204020204" pitchFamily="34" charset="-122"/>
            <a:ea typeface="Microsoft YaHei UI" panose="020B0503020204020204" pitchFamily="34" charset="-122"/>
          </a:endParaRPr>
        </a:p>
      </dsp:txBody>
      <dsp:txXfrm>
        <a:off x="1905340" y="3131324"/>
        <a:ext cx="2482378" cy="409117"/>
      </dsp:txXfrm>
    </dsp:sp>
    <dsp:sp modelId="{33168228-1414-4AAF-B7E5-C08A80BBB2F1}">
      <dsp:nvSpPr>
        <dsp:cNvPr id="0" name=""/>
        <dsp:cNvSpPr/>
      </dsp:nvSpPr>
      <dsp:spPr>
        <a:xfrm>
          <a:off x="1700781" y="1966912"/>
          <a:ext cx="0" cy="1164412"/>
        </a:xfrm>
        <a:prstGeom prst="line">
          <a:avLst/>
        </a:prstGeom>
        <a:noFill/>
        <a:ln w="12700"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57996C3-16BE-4CEB-B9E2-6FFC42938F41}">
      <dsp:nvSpPr>
        <dsp:cNvPr id="0" name=""/>
        <dsp:cNvSpPr/>
      </dsp:nvSpPr>
      <dsp:spPr>
        <a:xfrm>
          <a:off x="1663961" y="1930091"/>
          <a:ext cx="73641" cy="73641"/>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7BC09B8D-1C75-4604-9F35-AEC078447C45}">
      <dsp:nvSpPr>
        <dsp:cNvPr id="0" name=""/>
        <dsp:cNvSpPr/>
      </dsp:nvSpPr>
      <dsp:spPr>
        <a:xfrm rot="8100000">
          <a:off x="3046278" y="453296"/>
          <a:ext cx="289289" cy="289289"/>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DFE91A1F-E910-48AB-A4C9-128002268483}">
      <dsp:nvSpPr>
        <dsp:cNvPr id="0" name=""/>
        <dsp:cNvSpPr/>
      </dsp:nvSpPr>
      <dsp:spPr>
        <a:xfrm>
          <a:off x="3078415" y="485434"/>
          <a:ext cx="225014" cy="225014"/>
        </a:xfrm>
        <a:prstGeom prst="star12">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C8603F2-85FC-4134-978C-4054E468209C}">
      <dsp:nvSpPr>
        <dsp:cNvPr id="0" name=""/>
        <dsp:cNvSpPr/>
      </dsp:nvSpPr>
      <dsp:spPr>
        <a:xfrm>
          <a:off x="3395482" y="802500"/>
          <a:ext cx="2482378" cy="1164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0650" rIns="120650" bIns="180975" numCol="1" spcCol="1270" rtlCol="0" anchor="t" anchorCtr="0">
          <a:noAutofit/>
        </a:bodyPr>
        <a:lstStyle/>
        <a:p>
          <a:pPr marL="0" lvl="0" indent="0" algn="l" defTabSz="844550">
            <a:lnSpc>
              <a:spcPct val="90000"/>
            </a:lnSpc>
            <a:spcBef>
              <a:spcPct val="0"/>
            </a:spcBef>
            <a:spcAft>
              <a:spcPct val="35000"/>
            </a:spcAft>
            <a:buNone/>
          </a:pPr>
          <a:r>
            <a:rPr lang="zh-CN" altLang="zh-CN" sz="1900" kern="1200" noProof="0" dirty="0">
              <a:solidFill>
                <a:schemeClr val="bg1"/>
              </a:solidFill>
              <a:latin typeface="Microsoft YaHei UI" panose="020B0503020204020204" pitchFamily="34" charset="-122"/>
              <a:ea typeface="Microsoft YaHei UI" panose="020B0503020204020204" pitchFamily="34" charset="-122"/>
            </a:rPr>
            <a:t>试图通过贬低他人来维持自己的自尊感</a:t>
          </a:r>
          <a:endParaRPr lang="en-US" altLang="zh-CN" sz="1900" i="1" kern="1200" noProof="0" dirty="0">
            <a:solidFill>
              <a:schemeClr val="bg1"/>
            </a:solidFill>
            <a:latin typeface="Microsoft YaHei UI" panose="020B0503020204020204" pitchFamily="34" charset="-122"/>
            <a:ea typeface="Microsoft YaHei UI" panose="020B0503020204020204" pitchFamily="34" charset="-122"/>
          </a:endParaRPr>
        </a:p>
      </dsp:txBody>
      <dsp:txXfrm>
        <a:off x="3395482" y="802500"/>
        <a:ext cx="2482378" cy="1164412"/>
      </dsp:txXfrm>
    </dsp:sp>
    <dsp:sp modelId="{4EB3AA5C-1289-44C6-9F3E-859ABA28E18F}">
      <dsp:nvSpPr>
        <dsp:cNvPr id="0" name=""/>
        <dsp:cNvSpPr/>
      </dsp:nvSpPr>
      <dsp:spPr>
        <a:xfrm>
          <a:off x="3395482" y="393382"/>
          <a:ext cx="2482378" cy="409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rtlCol="0" anchor="ctr" anchorCtr="0">
          <a:noAutofit/>
        </a:bodyPr>
        <a:lstStyle/>
        <a:p>
          <a:pPr marL="0" lvl="0" indent="0" algn="l" defTabSz="711200">
            <a:lnSpc>
              <a:spcPct val="90000"/>
            </a:lnSpc>
            <a:spcBef>
              <a:spcPct val="0"/>
            </a:spcBef>
            <a:spcAft>
              <a:spcPct val="35000"/>
            </a:spcAft>
            <a:buNone/>
          </a:pPr>
          <a:r>
            <a:rPr lang="en-US" altLang="zh-CN" sz="1600" b="1" kern="1200" noProof="0" dirty="0">
              <a:solidFill>
                <a:srgbClr val="FFFFFF"/>
              </a:solidFill>
              <a:latin typeface="Microsoft YaHei UI" panose="020B0503020204020204" pitchFamily="34" charset="-122"/>
              <a:ea typeface="Microsoft YaHei UI" panose="020B0503020204020204" pitchFamily="34" charset="-122"/>
              <a:cs typeface="+mn-cs"/>
            </a:rPr>
            <a:t>2</a:t>
          </a:r>
          <a:endParaRPr lang="zh-CN" altLang="en-US" sz="1600" b="1" kern="1200" noProof="0" dirty="0">
            <a:solidFill>
              <a:srgbClr val="FFFFFF"/>
            </a:solidFill>
            <a:latin typeface="Microsoft YaHei UI" panose="020B0503020204020204" pitchFamily="34" charset="-122"/>
            <a:ea typeface="Microsoft YaHei UI" panose="020B0503020204020204" pitchFamily="34" charset="-122"/>
            <a:cs typeface="+mn-cs"/>
          </a:endParaRPr>
        </a:p>
      </dsp:txBody>
      <dsp:txXfrm>
        <a:off x="3395482" y="393382"/>
        <a:ext cx="2482378" cy="409117"/>
      </dsp:txXfrm>
    </dsp:sp>
    <dsp:sp modelId="{0BB03C0E-97EC-4D66-9B09-35D689DAB28C}">
      <dsp:nvSpPr>
        <dsp:cNvPr id="0" name=""/>
        <dsp:cNvSpPr/>
      </dsp:nvSpPr>
      <dsp:spPr>
        <a:xfrm>
          <a:off x="3190923" y="802500"/>
          <a:ext cx="0" cy="1164412"/>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56361E50-9FEC-48AD-A369-C1A8379B35EC}">
      <dsp:nvSpPr>
        <dsp:cNvPr id="0" name=""/>
        <dsp:cNvSpPr/>
      </dsp:nvSpPr>
      <dsp:spPr>
        <a:xfrm>
          <a:off x="3154102" y="1930091"/>
          <a:ext cx="73641" cy="73641"/>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C0DBECBF-E3AA-450B-95D4-8349AA21B4F8}">
      <dsp:nvSpPr>
        <dsp:cNvPr id="0" name=""/>
        <dsp:cNvSpPr/>
      </dsp:nvSpPr>
      <dsp:spPr>
        <a:xfrm rot="18900000">
          <a:off x="4536419" y="3191238"/>
          <a:ext cx="289289" cy="289289"/>
        </a:xfrm>
        <a:prstGeom prst="teardrop">
          <a:avLst>
            <a:gd name="adj" fmla="val 115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6EDDD44C-F5E4-49AD-B1D9-346B8B8AEE8F}">
      <dsp:nvSpPr>
        <dsp:cNvPr id="0" name=""/>
        <dsp:cNvSpPr/>
      </dsp:nvSpPr>
      <dsp:spPr>
        <a:xfrm>
          <a:off x="4568557" y="3223376"/>
          <a:ext cx="225014" cy="225014"/>
        </a:xfrm>
        <a:prstGeom prst="donu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E564261-183D-47F9-8E7E-BCFC5023A815}">
      <dsp:nvSpPr>
        <dsp:cNvPr id="0" name=""/>
        <dsp:cNvSpPr/>
      </dsp:nvSpPr>
      <dsp:spPr>
        <a:xfrm>
          <a:off x="4885623" y="1966912"/>
          <a:ext cx="2482378" cy="1164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rtlCol="0" anchor="b" anchorCtr="0">
          <a:noAutofit/>
        </a:bodyPr>
        <a:lstStyle/>
        <a:p>
          <a:pPr marL="0" lvl="0" indent="0" algn="l" defTabSz="666750">
            <a:lnSpc>
              <a:spcPct val="90000"/>
            </a:lnSpc>
            <a:spcBef>
              <a:spcPct val="0"/>
            </a:spcBef>
            <a:spcAft>
              <a:spcPct val="35000"/>
            </a:spcAft>
            <a:buNone/>
          </a:pPr>
          <a:endParaRPr lang="en-US" altLang="zh-CN" sz="1500" kern="1200" noProof="0" dirty="0">
            <a:solidFill>
              <a:schemeClr val="bg1"/>
            </a:solidFill>
            <a:latin typeface="Microsoft YaHei UI" panose="020B0503020204020204" pitchFamily="34" charset="-122"/>
            <a:ea typeface="Microsoft YaHei UI" panose="020B0503020204020204" pitchFamily="34" charset="-122"/>
          </a:endParaRPr>
        </a:p>
      </dsp:txBody>
      <dsp:txXfrm>
        <a:off x="4885623" y="1966912"/>
        <a:ext cx="2482378" cy="1164412"/>
      </dsp:txXfrm>
    </dsp:sp>
    <dsp:sp modelId="{3DA36ABE-9810-4ED4-9A55-2905E7588D06}">
      <dsp:nvSpPr>
        <dsp:cNvPr id="0" name=""/>
        <dsp:cNvSpPr/>
      </dsp:nvSpPr>
      <dsp:spPr>
        <a:xfrm>
          <a:off x="4885623" y="3131324"/>
          <a:ext cx="2482378" cy="409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69850" bIns="0" numCol="1" spcCol="1270" rtlCol="0" anchor="ctr" anchorCtr="0">
          <a:noAutofit/>
        </a:bodyPr>
        <a:lstStyle/>
        <a:p>
          <a:pPr marL="0" lvl="0" indent="0" algn="l" defTabSz="488950">
            <a:lnSpc>
              <a:spcPct val="90000"/>
            </a:lnSpc>
            <a:spcBef>
              <a:spcPct val="0"/>
            </a:spcBef>
            <a:spcAft>
              <a:spcPct val="35000"/>
            </a:spcAft>
            <a:buNone/>
          </a:pPr>
          <a:endParaRPr lang="en-US" altLang="zh-CN" sz="1100" kern="1200" noProof="0" dirty="0">
            <a:solidFill>
              <a:schemeClr val="bg1"/>
            </a:solidFill>
            <a:latin typeface="Microsoft YaHei UI" panose="020B0503020204020204" pitchFamily="34" charset="-122"/>
            <a:ea typeface="Microsoft YaHei UI" panose="020B0503020204020204" pitchFamily="34" charset="-122"/>
          </a:endParaRPr>
        </a:p>
      </dsp:txBody>
      <dsp:txXfrm>
        <a:off x="4885623" y="3131324"/>
        <a:ext cx="2482378" cy="409117"/>
      </dsp:txXfrm>
    </dsp:sp>
    <dsp:sp modelId="{4B9F5909-A57C-4893-9C8A-D5960FE9BE37}">
      <dsp:nvSpPr>
        <dsp:cNvPr id="0" name=""/>
        <dsp:cNvSpPr/>
      </dsp:nvSpPr>
      <dsp:spPr>
        <a:xfrm>
          <a:off x="4681064" y="1966912"/>
          <a:ext cx="0" cy="1164412"/>
        </a:xfrm>
        <a:prstGeom prst="line">
          <a:avLst/>
        </a:prstGeom>
        <a:noFill/>
        <a:ln w="12700"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891B168-1DA5-4124-931F-A51FCB8EFC11}">
      <dsp:nvSpPr>
        <dsp:cNvPr id="0" name=""/>
        <dsp:cNvSpPr/>
      </dsp:nvSpPr>
      <dsp:spPr>
        <a:xfrm>
          <a:off x="4644243" y="1930091"/>
          <a:ext cx="73641" cy="73641"/>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488CC4C6-DFBC-460C-A9ED-BEDA8CC682D4}">
      <dsp:nvSpPr>
        <dsp:cNvPr id="0" name=""/>
        <dsp:cNvSpPr/>
      </dsp:nvSpPr>
      <dsp:spPr>
        <a:xfrm rot="8100000">
          <a:off x="6026560" y="453296"/>
          <a:ext cx="289289" cy="289289"/>
        </a:xfrm>
        <a:prstGeom prst="teardrop">
          <a:avLst>
            <a:gd name="adj" fmla="val 11500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48CA82DA-B677-461B-A08D-337683480059}">
      <dsp:nvSpPr>
        <dsp:cNvPr id="0" name=""/>
        <dsp:cNvSpPr/>
      </dsp:nvSpPr>
      <dsp:spPr>
        <a:xfrm>
          <a:off x="6058698" y="485434"/>
          <a:ext cx="225014" cy="225014"/>
        </a:xfrm>
        <a:prstGeom prst="donu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1646913-A3FA-4470-A3E9-C64B0A13A62A}">
      <dsp:nvSpPr>
        <dsp:cNvPr id="0" name=""/>
        <dsp:cNvSpPr/>
      </dsp:nvSpPr>
      <dsp:spPr>
        <a:xfrm>
          <a:off x="6375764" y="802500"/>
          <a:ext cx="2482378" cy="1164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0650" rIns="120650" bIns="180975" numCol="1" spcCol="1270" rtlCol="0" anchor="t" anchorCtr="0">
          <a:noAutofit/>
        </a:bodyPr>
        <a:lstStyle/>
        <a:p>
          <a:pPr marL="0" lvl="0" indent="0" algn="l" defTabSz="844550">
            <a:lnSpc>
              <a:spcPct val="90000"/>
            </a:lnSpc>
            <a:spcBef>
              <a:spcPct val="0"/>
            </a:spcBef>
            <a:spcAft>
              <a:spcPct val="35000"/>
            </a:spcAft>
            <a:buNone/>
          </a:pPr>
          <a:r>
            <a:rPr lang="zh-CN" altLang="zh-CN" sz="1900" kern="1200" noProof="0" dirty="0">
              <a:solidFill>
                <a:srgbClr val="FFFFFF"/>
              </a:solidFill>
              <a:latin typeface="Microsoft YaHei UI" panose="020B0503020204020204" pitchFamily="34" charset="-122"/>
              <a:ea typeface="Microsoft YaHei UI" panose="020B0503020204020204" pitchFamily="34" charset="-122"/>
              <a:cs typeface="+mn-cs"/>
            </a:rPr>
            <a:t>对异己的排斥和防御机制等</a:t>
          </a:r>
          <a:endParaRPr lang="en-US" altLang="zh-CN" sz="1900" kern="1200" noProof="0" dirty="0">
            <a:solidFill>
              <a:srgbClr val="FFFFFF"/>
            </a:solidFill>
            <a:latin typeface="Microsoft YaHei UI" panose="020B0503020204020204" pitchFamily="34" charset="-122"/>
            <a:ea typeface="Microsoft YaHei UI" panose="020B0503020204020204" pitchFamily="34" charset="-122"/>
            <a:cs typeface="+mn-cs"/>
          </a:endParaRPr>
        </a:p>
      </dsp:txBody>
      <dsp:txXfrm>
        <a:off x="6375764" y="802500"/>
        <a:ext cx="2482378" cy="1164412"/>
      </dsp:txXfrm>
    </dsp:sp>
    <dsp:sp modelId="{6EC2FC68-E1B8-4274-8090-C2C96A4CD82C}">
      <dsp:nvSpPr>
        <dsp:cNvPr id="0" name=""/>
        <dsp:cNvSpPr/>
      </dsp:nvSpPr>
      <dsp:spPr>
        <a:xfrm>
          <a:off x="6375764" y="393382"/>
          <a:ext cx="2482378" cy="409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01600" bIns="0" numCol="1" spcCol="1270" rtlCol="0" anchor="ctr" anchorCtr="0">
          <a:noAutofit/>
        </a:bodyPr>
        <a:lstStyle/>
        <a:p>
          <a:pPr marL="0" lvl="0" indent="0" algn="l" defTabSz="711200">
            <a:lnSpc>
              <a:spcPct val="90000"/>
            </a:lnSpc>
            <a:spcBef>
              <a:spcPct val="0"/>
            </a:spcBef>
            <a:spcAft>
              <a:spcPct val="35000"/>
            </a:spcAft>
            <a:buNone/>
          </a:pPr>
          <a:r>
            <a:rPr lang="en-US" altLang="zh-CN" sz="1600" b="1" kern="1200" noProof="0" dirty="0">
              <a:solidFill>
                <a:schemeClr val="bg1"/>
              </a:solidFill>
              <a:latin typeface="Microsoft YaHei UI" panose="020B0503020204020204" pitchFamily="34" charset="-122"/>
              <a:ea typeface="Microsoft YaHei UI" panose="020B0503020204020204" pitchFamily="34" charset="-122"/>
            </a:rPr>
            <a:t>3</a:t>
          </a:r>
          <a:endParaRPr lang="en-US" altLang="zh-CN" sz="1100" kern="1200" noProof="0" dirty="0">
            <a:solidFill>
              <a:schemeClr val="bg1"/>
            </a:solidFill>
            <a:latin typeface="Microsoft YaHei UI" panose="020B0503020204020204" pitchFamily="34" charset="-122"/>
            <a:ea typeface="Microsoft YaHei UI" panose="020B0503020204020204" pitchFamily="34" charset="-122"/>
          </a:endParaRPr>
        </a:p>
      </dsp:txBody>
      <dsp:txXfrm>
        <a:off x="6375764" y="393382"/>
        <a:ext cx="2482378" cy="409117"/>
      </dsp:txXfrm>
    </dsp:sp>
    <dsp:sp modelId="{4F41BF23-550C-4E7F-977E-3D22E3AF7B51}">
      <dsp:nvSpPr>
        <dsp:cNvPr id="0" name=""/>
        <dsp:cNvSpPr/>
      </dsp:nvSpPr>
      <dsp:spPr>
        <a:xfrm>
          <a:off x="6171205" y="802500"/>
          <a:ext cx="0" cy="1164412"/>
        </a:xfrm>
        <a:prstGeom prst="line">
          <a:avLst/>
        </a:prstGeom>
        <a:noFill/>
        <a:ln w="12700"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78CF1E0-B1C4-4B10-A5EC-FD7EF0557E2D}">
      <dsp:nvSpPr>
        <dsp:cNvPr id="0" name=""/>
        <dsp:cNvSpPr/>
      </dsp:nvSpPr>
      <dsp:spPr>
        <a:xfrm>
          <a:off x="6134385" y="1930091"/>
          <a:ext cx="73641" cy="73641"/>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73F98938-B973-410F-B6E0-43437FA146E6}">
      <dsp:nvSpPr>
        <dsp:cNvPr id="0" name=""/>
        <dsp:cNvSpPr/>
      </dsp:nvSpPr>
      <dsp:spPr>
        <a:xfrm rot="18900000">
          <a:off x="7516702" y="3191238"/>
          <a:ext cx="289289" cy="289289"/>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26BE64BD-02BC-4C6F-AC50-F9617E59754D}">
      <dsp:nvSpPr>
        <dsp:cNvPr id="0" name=""/>
        <dsp:cNvSpPr/>
      </dsp:nvSpPr>
      <dsp:spPr>
        <a:xfrm>
          <a:off x="7548839" y="3223376"/>
          <a:ext cx="225014" cy="225014"/>
        </a:xfrm>
        <a:prstGeom prst="star12">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C5070CD-E29E-4F50-9A43-342A2DE968FF}">
      <dsp:nvSpPr>
        <dsp:cNvPr id="0" name=""/>
        <dsp:cNvSpPr/>
      </dsp:nvSpPr>
      <dsp:spPr>
        <a:xfrm>
          <a:off x="7865906" y="1966912"/>
          <a:ext cx="2482378" cy="1164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rtlCol="0" anchor="b" anchorCtr="0">
          <a:noAutofit/>
        </a:bodyPr>
        <a:lstStyle/>
        <a:p>
          <a:pPr marL="0" lvl="0" indent="0" algn="l" defTabSz="666750">
            <a:lnSpc>
              <a:spcPct val="90000"/>
            </a:lnSpc>
            <a:spcBef>
              <a:spcPct val="0"/>
            </a:spcBef>
            <a:spcAft>
              <a:spcPct val="35000"/>
            </a:spcAft>
            <a:buNone/>
          </a:pPr>
          <a:endParaRPr lang="zh-CN" altLang="en-US" sz="1500" kern="1200" noProof="0" dirty="0">
            <a:solidFill>
              <a:schemeClr val="bg1"/>
            </a:solidFill>
            <a:latin typeface="Microsoft YaHei UI" panose="020B0503020204020204" pitchFamily="34" charset="-122"/>
            <a:ea typeface="Microsoft YaHei UI" panose="020B0503020204020204" pitchFamily="34" charset="-122"/>
          </a:endParaRPr>
        </a:p>
      </dsp:txBody>
      <dsp:txXfrm>
        <a:off x="7865906" y="1966912"/>
        <a:ext cx="2482378" cy="1164412"/>
      </dsp:txXfrm>
    </dsp:sp>
    <dsp:sp modelId="{6FED4196-A0D3-4E5C-83DA-99291A8FFFC3}">
      <dsp:nvSpPr>
        <dsp:cNvPr id="0" name=""/>
        <dsp:cNvSpPr/>
      </dsp:nvSpPr>
      <dsp:spPr>
        <a:xfrm>
          <a:off x="7865906" y="3131324"/>
          <a:ext cx="2482378" cy="409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rtlCol="0" anchor="ctr" anchorCtr="0">
          <a:noAutofit/>
        </a:bodyPr>
        <a:lstStyle/>
        <a:p>
          <a:pPr marL="0" lvl="0" indent="0" algn="l" defTabSz="889000">
            <a:lnSpc>
              <a:spcPct val="90000"/>
            </a:lnSpc>
            <a:spcBef>
              <a:spcPct val="0"/>
            </a:spcBef>
            <a:spcAft>
              <a:spcPct val="35000"/>
            </a:spcAft>
            <a:buNone/>
          </a:pPr>
          <a:endParaRPr lang="zh-CN" altLang="en-US" sz="2000" b="0" i="1" kern="1200" noProof="0" dirty="0">
            <a:solidFill>
              <a:schemeClr val="bg1"/>
            </a:solidFill>
            <a:latin typeface="Microsoft YaHei UI" panose="020B0503020204020204" pitchFamily="34" charset="-122"/>
            <a:ea typeface="Microsoft YaHei UI" panose="020B0503020204020204" pitchFamily="34" charset="-122"/>
          </a:endParaRPr>
        </a:p>
      </dsp:txBody>
      <dsp:txXfrm>
        <a:off x="7865906" y="3131324"/>
        <a:ext cx="2482378" cy="409117"/>
      </dsp:txXfrm>
    </dsp:sp>
    <dsp:sp modelId="{54DE4918-169B-4E9C-B946-44A9D45AEC94}">
      <dsp:nvSpPr>
        <dsp:cNvPr id="0" name=""/>
        <dsp:cNvSpPr/>
      </dsp:nvSpPr>
      <dsp:spPr>
        <a:xfrm>
          <a:off x="7661347" y="1966912"/>
          <a:ext cx="0" cy="1164412"/>
        </a:xfrm>
        <a:prstGeom prst="line">
          <a:avLst/>
        </a:prstGeom>
        <a:noFill/>
        <a:ln w="12700"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64C6D16-2F77-439A-848A-F1081C5E5CBE}">
      <dsp:nvSpPr>
        <dsp:cNvPr id="0" name=""/>
        <dsp:cNvSpPr/>
      </dsp:nvSpPr>
      <dsp:spPr>
        <a:xfrm>
          <a:off x="7624526" y="1930091"/>
          <a:ext cx="73641" cy="73641"/>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A8A0A9-929F-455B-B8BD-92EC86B6A862}">
      <dsp:nvSpPr>
        <dsp:cNvPr id="0" name=""/>
        <dsp:cNvSpPr/>
      </dsp:nvSpPr>
      <dsp:spPr>
        <a:xfrm>
          <a:off x="0" y="3551"/>
          <a:ext cx="4535487" cy="778050"/>
        </a:xfrm>
        <a:prstGeom prst="rect">
          <a:avLst/>
        </a:prstGeom>
        <a:noFill/>
        <a:ln w="22225">
          <a:noFill/>
        </a:ln>
        <a:effectLst/>
      </dsp:spPr>
      <dsp:style>
        <a:lnRef idx="0">
          <a:scrgbClr r="0" g="0" b="0"/>
        </a:lnRef>
        <a:fillRef idx="1">
          <a:scrgbClr r="0" g="0" b="0"/>
        </a:fillRef>
        <a:effectRef idx="0">
          <a:scrgbClr r="0" g="0" b="0"/>
        </a:effectRef>
        <a:fontRef idx="minor"/>
      </dsp:style>
    </dsp:sp>
    <dsp:sp modelId="{70C56EED-B0B5-4180-A100-474B69DE81C3}">
      <dsp:nvSpPr>
        <dsp:cNvPr id="0" name=""/>
        <dsp:cNvSpPr/>
      </dsp:nvSpPr>
      <dsp:spPr>
        <a:xfrm>
          <a:off x="235360" y="178613"/>
          <a:ext cx="428345" cy="427927"/>
        </a:xfrm>
        <a:prstGeom prst="rect">
          <a:avLst/>
        </a:prstGeom>
        <a:blipFill>
          <a:blip xmlns:r="http://schemas.openxmlformats.org/officeDocument/2006/relationships" cstate="screen">
            <a:extLs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38A5A37-0883-4EE3-9002-010A6D324785}">
      <dsp:nvSpPr>
        <dsp:cNvPr id="0" name=""/>
        <dsp:cNvSpPr/>
      </dsp:nvSpPr>
      <dsp:spPr>
        <a:xfrm>
          <a:off x="899066" y="3551"/>
          <a:ext cx="3609189" cy="8266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490" tIns="87490" rIns="87490" bIns="87490" numCol="1" spcCol="1270" rtlCol="0" anchor="ctr" anchorCtr="0">
          <a:noAutofit/>
        </a:bodyPr>
        <a:lstStyle/>
        <a:p>
          <a:pPr marL="0" lvl="0" indent="0" algn="l" defTabSz="889000" rtl="0">
            <a:lnSpc>
              <a:spcPct val="90000"/>
            </a:lnSpc>
            <a:spcBef>
              <a:spcPct val="0"/>
            </a:spcBef>
            <a:spcAft>
              <a:spcPct val="35000"/>
            </a:spcAft>
            <a:buNone/>
          </a:pPr>
          <a:r>
            <a:rPr lang="zh-CN" altLang="en-US" sz="2000" b="1" i="0" kern="1200" noProof="0" dirty="0">
              <a:solidFill>
                <a:schemeClr val="bg1"/>
              </a:solidFill>
              <a:latin typeface="Microsoft YaHei UI" panose="020B0503020204020204" pitchFamily="34" charset="-122"/>
              <a:ea typeface="Microsoft YaHei UI" panose="020B0503020204020204" pitchFamily="34" charset="-122"/>
            </a:rPr>
            <a:t>地点</a:t>
          </a:r>
          <a:br>
            <a:rPr lang="zh-CN" altLang="en-US" sz="2000" b="0" i="0" kern="1200" noProof="0" dirty="0">
              <a:solidFill>
                <a:schemeClr val="bg1"/>
              </a:solidFill>
              <a:latin typeface="Microsoft YaHei UI" panose="020B0503020204020204" pitchFamily="34" charset="-122"/>
              <a:ea typeface="Microsoft YaHei UI" panose="020B0503020204020204" pitchFamily="34" charset="-122"/>
            </a:rPr>
          </a:br>
          <a:r>
            <a:rPr lang="en-US" altLang="en-US" sz="1600" b="0" i="0" kern="1200" noProof="0" dirty="0">
              <a:solidFill>
                <a:schemeClr val="bg1"/>
              </a:solidFill>
              <a:latin typeface="Microsoft YaHei UI" panose="020B0503020204020204" pitchFamily="34" charset="-122"/>
              <a:ea typeface="Microsoft YaHei UI" panose="020B0503020204020204" pitchFamily="34" charset="-122"/>
            </a:rPr>
            <a:t>30°28'0"N 114°25'33"E</a:t>
          </a:r>
          <a:endParaRPr lang="zh-CN" altLang="en-US" sz="1600" b="0" i="0" kern="1200" noProof="0" dirty="0">
            <a:solidFill>
              <a:schemeClr val="bg1"/>
            </a:solidFill>
            <a:latin typeface="Microsoft YaHei UI" panose="020B0503020204020204" pitchFamily="34" charset="-122"/>
            <a:ea typeface="Microsoft YaHei UI" panose="020B0503020204020204" pitchFamily="34" charset="-122"/>
          </a:endParaRPr>
        </a:p>
      </dsp:txBody>
      <dsp:txXfrm>
        <a:off x="899066" y="3551"/>
        <a:ext cx="3609189" cy="826678"/>
      </dsp:txXfrm>
    </dsp:sp>
    <dsp:sp modelId="{A7FEDAED-2CDA-4D2F-883D-8D7438E3B422}">
      <dsp:nvSpPr>
        <dsp:cNvPr id="0" name=""/>
        <dsp:cNvSpPr/>
      </dsp:nvSpPr>
      <dsp:spPr>
        <a:xfrm>
          <a:off x="0" y="1036899"/>
          <a:ext cx="4535487" cy="778050"/>
        </a:xfrm>
        <a:prstGeom prst="rect">
          <a:avLst/>
        </a:prstGeom>
        <a:noFill/>
        <a:ln w="22225">
          <a:noFill/>
        </a:ln>
        <a:effectLst/>
      </dsp:spPr>
      <dsp:style>
        <a:lnRef idx="0">
          <a:scrgbClr r="0" g="0" b="0"/>
        </a:lnRef>
        <a:fillRef idx="1">
          <a:scrgbClr r="0" g="0" b="0"/>
        </a:fillRef>
        <a:effectRef idx="0">
          <a:scrgbClr r="0" g="0" b="0"/>
        </a:effectRef>
        <a:fontRef idx="minor"/>
      </dsp:style>
    </dsp:sp>
    <dsp:sp modelId="{7297DA32-36DE-4F9A-BB44-A3F001A7D7C3}">
      <dsp:nvSpPr>
        <dsp:cNvPr id="0" name=""/>
        <dsp:cNvSpPr/>
      </dsp:nvSpPr>
      <dsp:spPr>
        <a:xfrm>
          <a:off x="235360" y="1211960"/>
          <a:ext cx="428345" cy="427927"/>
        </a:xfrm>
        <a:prstGeom prst="rect">
          <a:avLst/>
        </a:prstGeom>
        <a:blipFill>
          <a:blip xmlns:r="http://schemas.openxmlformats.org/officeDocument/2006/relationships" cstate="screen">
            <a:extLs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F0FD205-8F23-4B47-859A-41BB69D2EDEE}">
      <dsp:nvSpPr>
        <dsp:cNvPr id="0" name=""/>
        <dsp:cNvSpPr/>
      </dsp:nvSpPr>
      <dsp:spPr>
        <a:xfrm>
          <a:off x="899066" y="1036899"/>
          <a:ext cx="3609189" cy="8266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490" tIns="87490" rIns="87490" bIns="87490" numCol="1" spcCol="1270" rtlCol="0" anchor="ctr" anchorCtr="0">
          <a:noAutofit/>
        </a:bodyPr>
        <a:lstStyle/>
        <a:p>
          <a:pPr marL="0" lvl="0" indent="0" algn="l" defTabSz="889000" rtl="0">
            <a:lnSpc>
              <a:spcPct val="90000"/>
            </a:lnSpc>
            <a:spcBef>
              <a:spcPct val="0"/>
            </a:spcBef>
            <a:spcAft>
              <a:spcPct val="35000"/>
            </a:spcAft>
            <a:buNone/>
          </a:pPr>
          <a:r>
            <a:rPr lang="en-US" altLang="zh-CN" sz="2000" b="1" i="0" kern="1200" noProof="0" dirty="0">
              <a:solidFill>
                <a:schemeClr val="bg1"/>
              </a:solidFill>
              <a:latin typeface="Microsoft YaHei UI" panose="020B0503020204020204" pitchFamily="34" charset="-122"/>
              <a:ea typeface="Microsoft YaHei UI" panose="020B0503020204020204" pitchFamily="34" charset="-122"/>
            </a:rPr>
            <a:t>GitHub</a:t>
          </a:r>
          <a:br>
            <a:rPr lang="zh-CN" altLang="en-US" sz="2000" b="0" i="0" kern="1200" noProof="0" dirty="0">
              <a:solidFill>
                <a:schemeClr val="bg1"/>
              </a:solidFill>
              <a:latin typeface="Microsoft YaHei UI" panose="020B0503020204020204" pitchFamily="34" charset="-122"/>
              <a:ea typeface="Microsoft YaHei UI" panose="020B0503020204020204" pitchFamily="34" charset="-122"/>
            </a:rPr>
          </a:br>
          <a:r>
            <a:rPr lang="en-US" altLang="zh-CN" sz="1600" b="0" i="0" kern="1200" noProof="0" dirty="0">
              <a:solidFill>
                <a:schemeClr val="bg1"/>
              </a:solidFill>
              <a:latin typeface="Microsoft YaHei UI" panose="020B0503020204020204" pitchFamily="34" charset="-122"/>
              <a:ea typeface="Microsoft YaHei UI" panose="020B0503020204020204" pitchFamily="34" charset="-122"/>
            </a:rPr>
            <a:t>1-Reality</a:t>
          </a:r>
          <a:endParaRPr lang="zh-CN" altLang="en-US" sz="1600" b="0" i="0" kern="1200" noProof="0" dirty="0">
            <a:solidFill>
              <a:schemeClr val="bg1"/>
            </a:solidFill>
            <a:latin typeface="Microsoft YaHei UI" panose="020B0503020204020204" pitchFamily="34" charset="-122"/>
            <a:ea typeface="Microsoft YaHei UI" panose="020B0503020204020204" pitchFamily="34" charset="-122"/>
          </a:endParaRPr>
        </a:p>
      </dsp:txBody>
      <dsp:txXfrm>
        <a:off x="899066" y="1036899"/>
        <a:ext cx="3609189" cy="826678"/>
      </dsp:txXfrm>
    </dsp:sp>
    <dsp:sp modelId="{712D2B29-4977-4B70-ABE9-215A9E804015}">
      <dsp:nvSpPr>
        <dsp:cNvPr id="0" name=""/>
        <dsp:cNvSpPr/>
      </dsp:nvSpPr>
      <dsp:spPr>
        <a:xfrm>
          <a:off x="0" y="2070247"/>
          <a:ext cx="4535487" cy="778050"/>
        </a:xfrm>
        <a:prstGeom prst="rect">
          <a:avLst/>
        </a:prstGeom>
        <a:noFill/>
        <a:ln w="22225">
          <a:noFill/>
        </a:ln>
        <a:effectLst/>
      </dsp:spPr>
      <dsp:style>
        <a:lnRef idx="0">
          <a:scrgbClr r="0" g="0" b="0"/>
        </a:lnRef>
        <a:fillRef idx="1">
          <a:scrgbClr r="0" g="0" b="0"/>
        </a:fillRef>
        <a:effectRef idx="0">
          <a:scrgbClr r="0" g="0" b="0"/>
        </a:effectRef>
        <a:fontRef idx="minor"/>
      </dsp:style>
    </dsp:sp>
    <dsp:sp modelId="{6C7A9EF9-02EB-4D4D-A251-EC3A2F0EFD57}">
      <dsp:nvSpPr>
        <dsp:cNvPr id="0" name=""/>
        <dsp:cNvSpPr/>
      </dsp:nvSpPr>
      <dsp:spPr>
        <a:xfrm>
          <a:off x="235360" y="2245308"/>
          <a:ext cx="428345" cy="427927"/>
        </a:xfrm>
        <a:prstGeom prst="rect">
          <a:avLst/>
        </a:prstGeom>
        <a:blipFill>
          <a:blip xmlns:r="http://schemas.openxmlformats.org/officeDocument/2006/relationships" cstate="screen">
            <a:extLst>
              <a:ext uri="{96DAC541-7B7A-43D3-8B79-37D633B846F1}">
                <asvg:svgBlip xmlns:asvg="http://schemas.microsoft.com/office/drawing/2016/SVG/main" r:embed="rId3"/>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16FEABD-B159-4827-91AC-07F0FC9EFC37}">
      <dsp:nvSpPr>
        <dsp:cNvPr id="0" name=""/>
        <dsp:cNvSpPr/>
      </dsp:nvSpPr>
      <dsp:spPr>
        <a:xfrm>
          <a:off x="899066" y="2070247"/>
          <a:ext cx="3609189" cy="8266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490" tIns="87490" rIns="87490" bIns="87490" numCol="1" spcCol="1270" rtlCol="0" anchor="ctr" anchorCtr="0">
          <a:noAutofit/>
        </a:bodyPr>
        <a:lstStyle/>
        <a:p>
          <a:pPr marL="0" lvl="0" indent="0" algn="l" defTabSz="889000" rtl="0">
            <a:lnSpc>
              <a:spcPct val="90000"/>
            </a:lnSpc>
            <a:spcBef>
              <a:spcPct val="0"/>
            </a:spcBef>
            <a:spcAft>
              <a:spcPct val="35000"/>
            </a:spcAft>
            <a:buNone/>
          </a:pPr>
          <a:r>
            <a:rPr lang="zh-CN" altLang="en-US" sz="2000" b="1" i="0" kern="1200" noProof="0" dirty="0">
              <a:solidFill>
                <a:schemeClr val="bg1"/>
              </a:solidFill>
              <a:latin typeface="Microsoft YaHei UI" panose="020B0503020204020204" pitchFamily="34" charset="-122"/>
              <a:ea typeface="Microsoft YaHei UI" panose="020B0503020204020204" pitchFamily="34" charset="-122"/>
            </a:rPr>
            <a:t>电子邮件</a:t>
          </a:r>
          <a:br>
            <a:rPr lang="zh-CN" altLang="en-US" sz="2000" b="0" i="0" kern="1200" noProof="0" dirty="0">
              <a:solidFill>
                <a:schemeClr val="bg1"/>
              </a:solidFill>
              <a:latin typeface="Microsoft YaHei UI" panose="020B0503020204020204" pitchFamily="34" charset="-122"/>
              <a:ea typeface="Microsoft YaHei UI" panose="020B0503020204020204" pitchFamily="34" charset="-122"/>
            </a:rPr>
          </a:br>
          <a:r>
            <a:rPr lang="en-US" altLang="zh-CN" sz="1600" b="0" i="0" kern="1200" noProof="0" dirty="0">
              <a:solidFill>
                <a:schemeClr val="bg1"/>
              </a:solidFill>
              <a:latin typeface="Microsoft YaHei UI" panose="020B0503020204020204" pitchFamily="34" charset="-122"/>
              <a:ea typeface="Microsoft YaHei UI" panose="020B0503020204020204" pitchFamily="34" charset="-122"/>
            </a:rPr>
            <a:t>114514@homo.jp</a:t>
          </a:r>
        </a:p>
      </dsp:txBody>
      <dsp:txXfrm>
        <a:off x="899066" y="2070247"/>
        <a:ext cx="3609189" cy="826678"/>
      </dsp:txXfrm>
    </dsp:sp>
    <dsp:sp modelId="{59534EC1-7FD9-454B-8378-AACE14683CA9}">
      <dsp:nvSpPr>
        <dsp:cNvPr id="0" name=""/>
        <dsp:cNvSpPr/>
      </dsp:nvSpPr>
      <dsp:spPr>
        <a:xfrm>
          <a:off x="0" y="3103594"/>
          <a:ext cx="4535487" cy="778050"/>
        </a:xfrm>
        <a:prstGeom prst="rect">
          <a:avLst/>
        </a:prstGeom>
        <a:noFill/>
        <a:ln w="22225">
          <a:noFill/>
        </a:ln>
        <a:effectLst/>
      </dsp:spPr>
      <dsp:style>
        <a:lnRef idx="0">
          <a:scrgbClr r="0" g="0" b="0"/>
        </a:lnRef>
        <a:fillRef idx="1">
          <a:scrgbClr r="0" g="0" b="0"/>
        </a:fillRef>
        <a:effectRef idx="0">
          <a:scrgbClr r="0" g="0" b="0"/>
        </a:effectRef>
        <a:fontRef idx="minor"/>
      </dsp:style>
    </dsp:sp>
    <dsp:sp modelId="{E81A461C-9D61-4B88-8277-F9DC532D2140}">
      <dsp:nvSpPr>
        <dsp:cNvPr id="0" name=""/>
        <dsp:cNvSpPr/>
      </dsp:nvSpPr>
      <dsp:spPr>
        <a:xfrm>
          <a:off x="235360" y="3278656"/>
          <a:ext cx="428345" cy="427927"/>
        </a:xfrm>
        <a:prstGeom prst="rect">
          <a:avLst/>
        </a:prstGeom>
        <a:blipFill>
          <a:blip xmlns:r="http://schemas.openxmlformats.org/officeDocument/2006/relationships" cstate="screen">
            <a:extLs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C81887C-6C6F-4E1A-BA2B-49AE8504B865}">
      <dsp:nvSpPr>
        <dsp:cNvPr id="0" name=""/>
        <dsp:cNvSpPr/>
      </dsp:nvSpPr>
      <dsp:spPr>
        <a:xfrm>
          <a:off x="899066" y="3103594"/>
          <a:ext cx="3609189" cy="8266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490" tIns="87490" rIns="87490" bIns="87490" numCol="1" spcCol="1270" rtlCol="0" anchor="ctr" anchorCtr="0">
          <a:noAutofit/>
        </a:bodyPr>
        <a:lstStyle/>
        <a:p>
          <a:pPr marL="0" lvl="0" indent="0" algn="l" defTabSz="889000" rtl="0">
            <a:lnSpc>
              <a:spcPct val="90000"/>
            </a:lnSpc>
            <a:spcBef>
              <a:spcPct val="0"/>
            </a:spcBef>
            <a:spcAft>
              <a:spcPct val="35000"/>
            </a:spcAft>
            <a:buNone/>
          </a:pPr>
          <a:r>
            <a:rPr lang="zh-CN" altLang="en-US" sz="2000" b="1" i="0" kern="1200" noProof="0" dirty="0">
              <a:solidFill>
                <a:schemeClr val="bg1"/>
              </a:solidFill>
              <a:latin typeface="Microsoft YaHei UI" panose="020B0503020204020204" pitchFamily="34" charset="-122"/>
              <a:ea typeface="Microsoft YaHei UI" panose="020B0503020204020204" pitchFamily="34" charset="-122"/>
            </a:rPr>
            <a:t>电话</a:t>
          </a:r>
          <a:br>
            <a:rPr lang="zh-CN" altLang="en-US" sz="2000" b="0" i="0" kern="1200" noProof="0" dirty="0">
              <a:solidFill>
                <a:schemeClr val="bg1"/>
              </a:solidFill>
              <a:latin typeface="Microsoft YaHei UI" panose="020B0503020204020204" pitchFamily="34" charset="-122"/>
              <a:ea typeface="Microsoft YaHei UI" panose="020B0503020204020204" pitchFamily="34" charset="-122"/>
            </a:rPr>
          </a:br>
          <a:r>
            <a:rPr lang="zh-CN" altLang="en-US" sz="1600" b="0" i="0" kern="1200" noProof="0" dirty="0">
              <a:solidFill>
                <a:schemeClr val="bg1"/>
              </a:solidFill>
              <a:latin typeface="Microsoft YaHei UI" panose="020B0503020204020204" pitchFamily="34" charset="-122"/>
              <a:ea typeface="Microsoft YaHei UI" panose="020B0503020204020204" pitchFamily="34" charset="-122"/>
            </a:rPr>
            <a:t>只能告诉哥哥</a:t>
          </a:r>
          <a:r>
            <a:rPr lang="en-US" altLang="zh-CN" sz="1600" b="0" i="0" kern="1200" noProof="0" dirty="0">
              <a:solidFill>
                <a:schemeClr val="bg1"/>
              </a:solidFill>
              <a:latin typeface="Microsoft YaHei UI" panose="020B0503020204020204" pitchFamily="34" charset="-122"/>
              <a:ea typeface="Microsoft YaHei UI" panose="020B0503020204020204" pitchFamily="34" charset="-122"/>
            </a:rPr>
            <a:t>~</a:t>
          </a:r>
          <a:endParaRPr lang="zh-CN" altLang="en-US" sz="1600" b="0" i="0" kern="1200" noProof="0" dirty="0">
            <a:solidFill>
              <a:schemeClr val="bg1"/>
            </a:solidFill>
            <a:latin typeface="Microsoft YaHei UI" panose="020B0503020204020204" pitchFamily="34" charset="-122"/>
            <a:ea typeface="Microsoft YaHei UI" panose="020B0503020204020204" pitchFamily="34" charset="-122"/>
          </a:endParaRPr>
        </a:p>
      </dsp:txBody>
      <dsp:txXfrm>
        <a:off x="899066" y="3103594"/>
        <a:ext cx="3609189" cy="82667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图标垂直实心列表"/>
  <dgm:desc val="用于从上到下显示一系列视觉对象，其中级别 1 或级别 1 和级别 2 的文本按形状分组。最适用于具有较长说明的图标或小型图片。"/>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7/3/layout/DropPinTimeline">
  <dgm:title val="放置图钉日程表"/>
  <dgm:desc val="用于以时间顺序显示事件列表。包含日期的图钉旁有一个不可见的框，其正下方是描述。它可显示大量文本和中等长度的日期格式。"/>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shape>
        </dgm:if>
        <dgm:else name="ArrowShapeRTL">
          <dgm:shape xmlns:r="http://schemas.openxmlformats.org/officeDocument/2006/relationships" type="line" r:blip="" zOrderOff="-1">
            <dgm:adj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parTxLTRAlign" val="l"/>
                      <dgm:param type="parTxRTLAlign" val="l"/>
                      <dgm:param type="shpTxLTRAlignCh" val="l"/>
                      <dgm:param type="shpTxRTLAlignCh" val="l"/>
                      <dgm:param type="txAnchorVertCh" val="t"/>
                      <dgm:param type="txAnchorVert" val="t"/>
                    </dgm:alg>
                    <dgm:constrLst>
                      <dgm:constr type="lMarg"/>
                      <dgm:constr type="rMarg"/>
                      <dgm:constr type="tMarg" refType="primFontSz" fact="0.5"/>
                      <dgm:constr type="bMarg" refType="primFontSz" fact="0.75"/>
                    </dgm:constrLst>
                  </dgm:if>
                  <dgm:else name="Name881">
                    <dgm:alg type="tx">
                      <dgm:param type="parTxLTRAlign" val="l"/>
                      <dgm:param type="parTxRTLAlign" val="l"/>
                      <dgm:param type="shpTxLTRAlignCh" val="l"/>
                      <dgm:param type="shpTxRTLAlignCh" val="l"/>
                      <dgm:param type="txAnchorVertCh" val="b"/>
                      <dgm:param type="txAnchorVert" val="b"/>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parTxLTRAlign" val="l"/>
                  <dgm:param type="parTxRTLAlign" val="l"/>
                  <dgm:param type="txAnchorVert" val="mid"/>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parTxLTRAlign" val="l"/>
                      <dgm:param type="parTxRTLAlign" val="l"/>
                      <dgm:param type="shpTxLTRAlignCh" val="l"/>
                      <dgm:param type="shpTxRTLAlignCh" val="l"/>
                      <dgm:param type="txAnchorVertCh" val="t"/>
                      <dgm:param type="txAnchorVert" val="t"/>
                    </dgm:alg>
                    <dgm:constrLst>
                      <dgm:constr type="lMarg"/>
                      <dgm:constr type="rMarg" refType="primFontSz" fact="0.5"/>
                      <dgm:constr type="tMarg" refType="primFontSz" fact="0.5"/>
                      <dgm:constr type="bMarg" refType="primFontSz" fact="0.75"/>
                    </dgm:constrLst>
                  </dgm:if>
                  <dgm:else name="Name88">
                    <dgm:alg type="tx">
                      <dgm:param type="parTxLTRAlign" val="l"/>
                      <dgm:param type="parTxRTLAlign" val="l"/>
                      <dgm:param type="shpTxLTRAlignCh" val="l"/>
                      <dgm:param type="shpTxRTLAlignCh" val="l"/>
                      <dgm:param type="txAnchorVertCh" val="b"/>
                      <dgm:param type="txAnchorVert" val="b"/>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parTxLTRAlign" val="l"/>
                  <dgm:param type="parTxRTLAlign" val="l"/>
                  <dgm:param type="txAnchorVert" val="mid"/>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layoutDef>
</file>

<file path=ppt/diagrams/layout3.xml><?xml version="1.0" encoding="utf-8"?>
<dgm:layoutDef xmlns:dgm="http://schemas.openxmlformats.org/drawingml/2006/diagram" xmlns:a="http://schemas.openxmlformats.org/drawingml/2006/main" uniqueId="urn:microsoft.com/office/officeart/2017/3/layout/DropPinTimeline">
  <dgm:title val="放置图钉日程表"/>
  <dgm:desc val="用于以时间顺序显示事件列表。包含日期的图钉旁有一个不可见的框，其正下方是描述。它可显示大量文本和中等长度的日期格式。"/>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shape>
        </dgm:if>
        <dgm:else name="ArrowShapeRTL">
          <dgm:shape xmlns:r="http://schemas.openxmlformats.org/officeDocument/2006/relationships" type="line" r:blip="" zOrderOff="-1">
            <dgm:adj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parTxLTRAlign" val="l"/>
                      <dgm:param type="parTxRTLAlign" val="l"/>
                      <dgm:param type="shpTxLTRAlignCh" val="l"/>
                      <dgm:param type="shpTxRTLAlignCh" val="l"/>
                      <dgm:param type="txAnchorVertCh" val="t"/>
                      <dgm:param type="txAnchorVert" val="t"/>
                    </dgm:alg>
                    <dgm:constrLst>
                      <dgm:constr type="lMarg"/>
                      <dgm:constr type="rMarg"/>
                      <dgm:constr type="tMarg" refType="primFontSz" fact="0.5"/>
                      <dgm:constr type="bMarg" refType="primFontSz" fact="0.75"/>
                    </dgm:constrLst>
                  </dgm:if>
                  <dgm:else name="Name881">
                    <dgm:alg type="tx">
                      <dgm:param type="parTxLTRAlign" val="l"/>
                      <dgm:param type="parTxRTLAlign" val="l"/>
                      <dgm:param type="shpTxLTRAlignCh" val="l"/>
                      <dgm:param type="shpTxRTLAlignCh" val="l"/>
                      <dgm:param type="txAnchorVertCh" val="b"/>
                      <dgm:param type="txAnchorVert" val="b"/>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parTxLTRAlign" val="l"/>
                  <dgm:param type="parTxRTLAlign" val="l"/>
                  <dgm:param type="txAnchorVert" val="mid"/>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parTxLTRAlign" val="l"/>
                      <dgm:param type="parTxRTLAlign" val="l"/>
                      <dgm:param type="shpTxLTRAlignCh" val="l"/>
                      <dgm:param type="shpTxRTLAlignCh" val="l"/>
                      <dgm:param type="txAnchorVertCh" val="t"/>
                      <dgm:param type="txAnchorVert" val="t"/>
                    </dgm:alg>
                    <dgm:constrLst>
                      <dgm:constr type="lMarg"/>
                      <dgm:constr type="rMarg" refType="primFontSz" fact="0.5"/>
                      <dgm:constr type="tMarg" refType="primFontSz" fact="0.5"/>
                      <dgm:constr type="bMarg" refType="primFontSz" fact="0.75"/>
                    </dgm:constrLst>
                  </dgm:if>
                  <dgm:else name="Name88">
                    <dgm:alg type="tx">
                      <dgm:param type="parTxLTRAlign" val="l"/>
                      <dgm:param type="parTxRTLAlign" val="l"/>
                      <dgm:param type="shpTxLTRAlignCh" val="l"/>
                      <dgm:param type="shpTxRTLAlignCh" val="l"/>
                      <dgm:param type="txAnchorVertCh" val="b"/>
                      <dgm:param type="txAnchorVert" val="b"/>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parTxLTRAlign" val="l"/>
                  <dgm:param type="parTxRTLAlign" val="l"/>
                  <dgm:param type="txAnchorVert" val="mid"/>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图标垂直实心列表"/>
  <dgm:desc val="用于从上到下显示一系列视觉对象，其中级别 1 或级别 1 和级别 2 的文本按形状分组。最适用于具有较长说明的图标或小型图片。"/>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2">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801FC8B-EC93-C64D-BBD2-37E30DAF45BC}" type="slidenum">
              <a:rPr lang="en-US" altLang="zh-CN" smtClean="0">
                <a:latin typeface="Microsoft YaHei UI" panose="020B0503020204020204" pitchFamily="34" charset="-122"/>
                <a:ea typeface="Microsoft YaHei UI" panose="020B0503020204020204" pitchFamily="34" charset="-122"/>
              </a:rPr>
              <a:t>‹#›</a:t>
            </a:fld>
            <a:endParaRPr lang="zh-CN" altLang="en-US" dirty="0">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42716F3-3DC2-4E30-843A-0C2FA8391C1B}" type="datetime1">
              <a:rPr lang="zh-CN" altLang="en-US" smtClean="0">
                <a:latin typeface="Microsoft YaHei UI" panose="020B0503020204020204" pitchFamily="34" charset="-122"/>
                <a:ea typeface="Microsoft YaHei UI" panose="020B0503020204020204" pitchFamily="34" charset="-122"/>
              </a:rPr>
              <a:t>2026.8.30</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BCA8C8C9-F0AA-46E2-A64B-E01FD42CA722}" type="datetime1">
              <a:rPr lang="en-US" altLang="zh-CN" noProof="0" smtClean="0"/>
              <a:t>8/30/2026</a:t>
            </a:fld>
            <a:endParaRPr lang="zh-CN" altLang="en-US" noProof="0"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07D111EE-B1CE-3F40-8B0E-AB6A92B85452}" type="slidenum">
              <a:rPr lang="en-US" altLang="zh-CN" noProof="0" smtClean="0"/>
              <a:t>‹#›</a:t>
            </a:fld>
            <a:endParaRPr lang="zh-CN" altLang="en-US" noProof="0"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07D111EE-B1CE-3F40-8B0E-AB6A92B85452}" type="slidenum">
              <a:rPr lang="en-US" altLang="zh-CN" smtClean="0">
                <a:latin typeface="Microsoft YaHei UI" panose="020B0503020204020204" pitchFamily="34" charset="-122"/>
                <a:ea typeface="Microsoft YaHei UI" panose="020B0503020204020204" pitchFamily="34" charset="-122"/>
              </a:rPr>
              <a:t>2</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07D111EE-B1CE-3F40-8B0E-AB6A92B85452}" type="slidenum">
              <a:rPr lang="en-US" altLang="zh-CN" smtClean="0">
                <a:latin typeface="Microsoft YaHei UI" panose="020B0503020204020204" pitchFamily="34" charset="-122"/>
                <a:ea typeface="Microsoft YaHei UI" panose="020B0503020204020204" pitchFamily="34" charset="-122"/>
              </a:rPr>
              <a:t>3</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07D111EE-B1CE-3F40-8B0E-AB6A92B85452}" type="slidenum">
              <a:rPr lang="en-US" altLang="zh-CN" smtClean="0">
                <a:latin typeface="Microsoft YaHei UI" panose="020B0503020204020204" pitchFamily="34" charset="-122"/>
                <a:ea typeface="Microsoft YaHei UI" panose="020B0503020204020204" pitchFamily="34" charset="-122"/>
              </a:rPr>
              <a:t>4</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07D111EE-B1CE-3F40-8B0E-AB6A92B85452}" type="slidenum">
              <a:rPr lang="en-US" altLang="zh-CN" smtClean="0">
                <a:latin typeface="Microsoft YaHei UI" panose="020B0503020204020204" pitchFamily="34" charset="-122"/>
                <a:ea typeface="Microsoft YaHei UI" panose="020B0503020204020204" pitchFamily="34" charset="-122"/>
              </a:rPr>
              <a:t>5</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07D111EE-B1CE-3F40-8B0E-AB6A92B85452}" type="slidenum">
              <a:rPr lang="en-US" altLang="zh-CN" smtClean="0">
                <a:latin typeface="Microsoft YaHei UI" panose="020B0503020204020204" pitchFamily="34" charset="-122"/>
                <a:ea typeface="Microsoft YaHei UI" panose="020B0503020204020204" pitchFamily="34" charset="-122"/>
              </a:rPr>
              <a:t>6</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07D111EE-B1CE-3F40-8B0E-AB6A92B85452}" type="slidenum">
              <a:rPr lang="en-US" altLang="zh-CN" smtClean="0">
                <a:latin typeface="Microsoft YaHei UI" panose="020B0503020204020204" pitchFamily="34" charset="-122"/>
                <a:ea typeface="Microsoft YaHei UI" panose="020B0503020204020204" pitchFamily="34" charset="-122"/>
              </a:rPr>
              <a:t>7</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07D111EE-B1CE-3F40-8B0E-AB6A92B85452}" type="slidenum">
              <a:rPr lang="en-US" altLang="zh-CN" smtClean="0">
                <a:latin typeface="Microsoft YaHei UI" panose="020B0503020204020204" pitchFamily="34" charset="-122"/>
                <a:ea typeface="Microsoft YaHei UI" panose="020B0503020204020204" pitchFamily="34" charset="-122"/>
              </a:rPr>
              <a:t>8</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07D111EE-B1CE-3F40-8B0E-AB6A92B85452}" type="slidenum">
              <a:rPr lang="en-US" altLang="zh-CN" smtClean="0">
                <a:latin typeface="Microsoft YaHei UI" panose="020B0503020204020204" pitchFamily="34" charset="-122"/>
                <a:ea typeface="Microsoft YaHei UI" panose="020B0503020204020204" pitchFamily="34" charset="-122"/>
              </a:rPr>
              <a:t>9</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07D111EE-B1CE-3F40-8B0E-AB6A92B85452}" type="slidenum">
              <a:rPr lang="en-US" altLang="zh-CN" smtClean="0">
                <a:latin typeface="Microsoft YaHei UI" panose="020B0503020204020204" pitchFamily="34" charset="-122"/>
                <a:ea typeface="Microsoft YaHei UI" panose="020B0503020204020204" pitchFamily="34" charset="-122"/>
              </a:rPr>
              <a:t>12</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07D111EE-B1CE-3F40-8B0E-AB6A92B85452}" type="slidenum">
              <a:rPr lang="en-US" altLang="zh-CN" smtClean="0">
                <a:latin typeface="Microsoft YaHei UI" panose="020B0503020204020204" pitchFamily="34" charset="-122"/>
                <a:ea typeface="Microsoft YaHei UI" panose="020B0503020204020204" pitchFamily="34" charset="-122"/>
              </a:rPr>
              <a:t>13</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rtlCol="0"/>
          <a:lstStyle/>
          <a:p>
            <a:pPr rtl="0"/>
            <a:fld id="{07D111EE-B1CE-3F40-8B0E-AB6A92B85452}" type="slidenum">
              <a:rPr lang="en-US" altLang="zh-CN" smtClean="0">
                <a:latin typeface="Microsoft YaHei UI" panose="020B0503020204020204" pitchFamily="34" charset="-122"/>
                <a:ea typeface="Microsoft YaHei UI" panose="020B0503020204020204" pitchFamily="34" charset="-122"/>
              </a:rPr>
              <a:t>14</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rtlCol="0"/>
          <a:lstStyle/>
          <a:p>
            <a:pPr rtl="0"/>
            <a:fld id="{07D111EE-B1CE-3F40-8B0E-AB6A92B85452}" type="slidenum">
              <a:rPr lang="en-US" altLang="zh-CN" smtClean="0">
                <a:latin typeface="Microsoft YaHei UI" panose="020B0503020204020204" pitchFamily="34" charset="-122"/>
                <a:ea typeface="Microsoft YaHei UI" panose="020B0503020204020204" pitchFamily="34" charset="-122"/>
              </a:rPr>
              <a:t>15</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rtlCol="0"/>
          <a:lstStyle/>
          <a:p>
            <a:pPr rtl="0"/>
            <a:fld id="{07D111EE-B1CE-3F40-8B0E-AB6A92B85452}" type="slidenum">
              <a:rPr lang="en-US" altLang="zh-CN" smtClean="0">
                <a:latin typeface="Microsoft YaHei UI" panose="020B0503020204020204" pitchFamily="34" charset="-122"/>
                <a:ea typeface="Microsoft YaHei UI" panose="020B0503020204020204" pitchFamily="34" charset="-122"/>
              </a:rPr>
              <a:t>16</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rtlCol="0"/>
          <a:lstStyle/>
          <a:p>
            <a:pPr rtl="0"/>
            <a:fld id="{07D111EE-B1CE-3F40-8B0E-AB6A92B85452}" type="slidenum">
              <a:rPr lang="en-US" altLang="zh-CN" smtClean="0">
                <a:latin typeface="Microsoft YaHei UI" panose="020B0503020204020204" pitchFamily="34" charset="-122"/>
                <a:ea typeface="Microsoft YaHei UI" panose="020B0503020204020204" pitchFamily="34" charset="-122"/>
              </a:rPr>
              <a:t>17</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rtlCol="0"/>
          <a:lstStyle/>
          <a:p>
            <a:pPr rtl="0"/>
            <a:fld id="{07D111EE-B1CE-3F40-8B0E-AB6A92B85452}" type="slidenum">
              <a:rPr lang="en-US" altLang="zh-CN" smtClean="0">
                <a:latin typeface="Microsoft YaHei UI" panose="020B0503020204020204" pitchFamily="34" charset="-122"/>
                <a:ea typeface="Microsoft YaHei UI" panose="020B0503020204020204" pitchFamily="34" charset="-122"/>
              </a:rPr>
              <a:t>18</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rtlCol="0"/>
          <a:lstStyle/>
          <a:p>
            <a:pPr rtl="0"/>
            <a:fld id="{07D111EE-B1CE-3F40-8B0E-AB6A92B85452}" type="slidenum">
              <a:rPr lang="en-US" altLang="zh-CN" smtClean="0">
                <a:latin typeface="Microsoft YaHei UI" panose="020B0503020204020204" pitchFamily="34" charset="-122"/>
                <a:ea typeface="Microsoft YaHei UI" panose="020B0503020204020204" pitchFamily="34" charset="-122"/>
              </a:rPr>
              <a:t>19</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rtlCol="0"/>
          <a:lstStyle/>
          <a:p>
            <a:pPr rtl="0"/>
            <a:fld id="{0B9CF3A1-9863-43A3-B39B-8E6FEFD6E20B}" type="slidenum">
              <a:rPr lang="en-US" altLang="zh-CN" smtClean="0">
                <a:latin typeface="Microsoft YaHei UI" panose="020B0503020204020204" pitchFamily="34" charset="-122"/>
                <a:ea typeface="Microsoft YaHei UI" panose="020B0503020204020204" pitchFamily="34" charset="-122"/>
              </a:rPr>
              <a:t>20</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rtlCol="0"/>
          <a:lstStyle/>
          <a:p>
            <a:pPr rtl="0"/>
            <a:fld id="{0B9CF3A1-9863-43A3-B39B-8E6FEFD6E20B}" type="slidenum">
              <a:rPr lang="en-US" altLang="zh-CN" smtClean="0">
                <a:latin typeface="Microsoft YaHei UI" panose="020B0503020204020204" pitchFamily="34" charset="-122"/>
                <a:ea typeface="Microsoft YaHei UI" panose="020B0503020204020204" pitchFamily="34" charset="-122"/>
              </a:rPr>
              <a:t>21</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rtlCol="0"/>
          <a:lstStyle/>
          <a:p>
            <a:pPr rtl="0"/>
            <a:fld id="{99CAC06A-4905-4B1A-83C1-3B011A8CF04B}" type="slidenum">
              <a:rPr lang="en-US" altLang="zh-CN" smtClean="0">
                <a:latin typeface="Microsoft YaHei UI" panose="020B0503020204020204" pitchFamily="34" charset="-122"/>
                <a:ea typeface="Microsoft YaHei UI" panose="020B0503020204020204" pitchFamily="34" charset="-122"/>
              </a:rPr>
              <a:t>22</a:t>
            </a:fld>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solidFill>
          <a:schemeClr val="tx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5082D843-0CB0-4CE0-88DB-608AD29A50B8}" type="datetime1">
              <a:rPr lang="zh-CN" altLang="en-US" noProof="0" smtClean="0"/>
              <a:t>2026.8.30</a:t>
            </a:fld>
            <a:endParaRPr lang="zh-CN" altLang="en-US" noProof="0" dirty="0"/>
          </a:p>
        </p:txBody>
      </p:sp>
      <p:sp>
        <p:nvSpPr>
          <p:cNvPr id="5" name="页脚占位符 4"/>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t>‹#›</a:t>
            </a:fld>
            <a:endParaRPr lang="zh-CN" altLang="en-US" noProof="0" dirty="0"/>
          </a:p>
        </p:txBody>
      </p:sp>
      <p:sp>
        <p:nvSpPr>
          <p:cNvPr id="2" name="标题 1"/>
          <p:cNvSpPr>
            <a:spLocks noGrp="1"/>
          </p:cNvSpPr>
          <p:nvPr>
            <p:ph type="ctrTitle"/>
          </p:nvPr>
        </p:nvSpPr>
        <p:spPr>
          <a:xfrm>
            <a:off x="1058669" y="854538"/>
            <a:ext cx="4567608" cy="3566160"/>
          </a:xfrm>
        </p:spPr>
        <p:txBody>
          <a:bodyPr rtlCol="0" anchor="b">
            <a:normAutofit/>
          </a:bodyPr>
          <a:lstStyle>
            <a:lvl1pPr algn="l">
              <a:lnSpc>
                <a:spcPct val="90000"/>
              </a:lnSpc>
              <a:defRPr sz="5400" spc="-50" baseline="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hasCustomPrompt="1"/>
          </p:nvPr>
        </p:nvSpPr>
        <p:spPr>
          <a:xfrm>
            <a:off x="1061440" y="4429842"/>
            <a:ext cx="4567608" cy="1143000"/>
          </a:xfrm>
        </p:spPr>
        <p:txBody>
          <a:bodyPr lIns="91440" rIns="91440" rtlCol="0">
            <a:normAutofit/>
          </a:bodyPr>
          <a:lstStyle>
            <a:lvl1pPr marL="0" indent="0" algn="l">
              <a:buNone/>
              <a:defRPr sz="1600" cap="all" spc="200" baseline="0">
                <a:solidFill>
                  <a:schemeClr val="bg1"/>
                </a:solidFill>
                <a:latin typeface="Microsoft YaHei UI" panose="020B0503020204020204" pitchFamily="34" charset="-122"/>
                <a:ea typeface="Microsoft YaHei UI" panose="020B0503020204020204" pitchFamily="34" charset="-122"/>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zh-CN" altLang="en-US" noProof="0" dirty="0"/>
              <a:t>单击此处编辑副标题</a:t>
            </a:r>
          </a:p>
        </p:txBody>
      </p:sp>
      <p:sp>
        <p:nvSpPr>
          <p:cNvPr id="12" name="图片占位符 11"/>
          <p:cNvSpPr>
            <a:spLocks noGrp="1"/>
          </p:cNvSpPr>
          <p:nvPr>
            <p:ph type="pic" sz="quarter" idx="13"/>
          </p:nvPr>
        </p:nvSpPr>
        <p:spPr>
          <a:xfrm>
            <a:off x="4933721" y="-19458"/>
            <a:ext cx="7261837" cy="6877457"/>
          </a:xfrm>
          <a:custGeom>
            <a:avLst/>
            <a:gdLst>
              <a:gd name="connsiteX0" fmla="*/ 3426278 w 8464509"/>
              <a:gd name="connsiteY0" fmla="*/ 0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3440072 w 8464509"/>
              <a:gd name="connsiteY5" fmla="*/ 6858000 h 6858000"/>
              <a:gd name="connsiteX6" fmla="*/ 3440072 w 8464509"/>
              <a:gd name="connsiteY6" fmla="*/ 6839148 h 6858000"/>
              <a:gd name="connsiteX7" fmla="*/ 0 w 8464509"/>
              <a:gd name="connsiteY7" fmla="*/ 6858000 h 6858000"/>
              <a:gd name="connsiteX0-1" fmla="*/ 3426278 w 8464509"/>
              <a:gd name="connsiteY0-2" fmla="*/ 0 h 6858000"/>
              <a:gd name="connsiteX1-3" fmla="*/ 3440072 w 8464509"/>
              <a:gd name="connsiteY1-4" fmla="*/ 37000 h 6858000"/>
              <a:gd name="connsiteX2-5" fmla="*/ 3440072 w 8464509"/>
              <a:gd name="connsiteY2-6" fmla="*/ 0 h 6858000"/>
              <a:gd name="connsiteX3-7" fmla="*/ 8464509 w 8464509"/>
              <a:gd name="connsiteY3-8" fmla="*/ 0 h 6858000"/>
              <a:gd name="connsiteX4-9" fmla="*/ 8464509 w 8464509"/>
              <a:gd name="connsiteY4-10" fmla="*/ 6858000 h 6858000"/>
              <a:gd name="connsiteX5-11" fmla="*/ 3440072 w 8464509"/>
              <a:gd name="connsiteY5-12" fmla="*/ 6858000 h 6858000"/>
              <a:gd name="connsiteX6-13" fmla="*/ 0 w 8464509"/>
              <a:gd name="connsiteY6-14" fmla="*/ 6858000 h 6858000"/>
              <a:gd name="connsiteX7-15" fmla="*/ 3426278 w 8464509"/>
              <a:gd name="connsiteY7-16" fmla="*/ 0 h 6858000"/>
              <a:gd name="connsiteX0-17" fmla="*/ 3426278 w 8464509"/>
              <a:gd name="connsiteY0-18" fmla="*/ 0 h 6858000"/>
              <a:gd name="connsiteX1-19" fmla="*/ 3440072 w 8464509"/>
              <a:gd name="connsiteY1-20" fmla="*/ 37000 h 6858000"/>
              <a:gd name="connsiteX2-21" fmla="*/ 3440072 w 8464509"/>
              <a:gd name="connsiteY2-22" fmla="*/ 0 h 6858000"/>
              <a:gd name="connsiteX3-23" fmla="*/ 8464509 w 8464509"/>
              <a:gd name="connsiteY3-24" fmla="*/ 0 h 6858000"/>
              <a:gd name="connsiteX4-25" fmla="*/ 8464509 w 8464509"/>
              <a:gd name="connsiteY4-26" fmla="*/ 6858000 h 6858000"/>
              <a:gd name="connsiteX5-27" fmla="*/ 0 w 8464509"/>
              <a:gd name="connsiteY5-28" fmla="*/ 6858000 h 6858000"/>
              <a:gd name="connsiteX6-29" fmla="*/ 3426278 w 8464509"/>
              <a:gd name="connsiteY6-30" fmla="*/ 0 h 6858000"/>
              <a:gd name="connsiteX0-31" fmla="*/ 3993491 w 8464509"/>
              <a:gd name="connsiteY0-32" fmla="*/ 19455 h 6858000"/>
              <a:gd name="connsiteX1-33" fmla="*/ 3440072 w 8464509"/>
              <a:gd name="connsiteY1-34" fmla="*/ 37000 h 6858000"/>
              <a:gd name="connsiteX2-35" fmla="*/ 3440072 w 8464509"/>
              <a:gd name="connsiteY2-36" fmla="*/ 0 h 6858000"/>
              <a:gd name="connsiteX3-37" fmla="*/ 8464509 w 8464509"/>
              <a:gd name="connsiteY3-38" fmla="*/ 0 h 6858000"/>
              <a:gd name="connsiteX4-39" fmla="*/ 8464509 w 8464509"/>
              <a:gd name="connsiteY4-40" fmla="*/ 6858000 h 6858000"/>
              <a:gd name="connsiteX5-41" fmla="*/ 0 w 8464509"/>
              <a:gd name="connsiteY5-42" fmla="*/ 6858000 h 6858000"/>
              <a:gd name="connsiteX6-43" fmla="*/ 3993491 w 8464509"/>
              <a:gd name="connsiteY6-44" fmla="*/ 19455 h 6858000"/>
              <a:gd name="connsiteX0-45" fmla="*/ 3993491 w 8464509"/>
              <a:gd name="connsiteY0-46" fmla="*/ 19455 h 6858000"/>
              <a:gd name="connsiteX1-47" fmla="*/ 3440072 w 8464509"/>
              <a:gd name="connsiteY1-48" fmla="*/ 37000 h 6858000"/>
              <a:gd name="connsiteX2-49" fmla="*/ 8464509 w 8464509"/>
              <a:gd name="connsiteY2-50" fmla="*/ 0 h 6858000"/>
              <a:gd name="connsiteX3-51" fmla="*/ 8464509 w 8464509"/>
              <a:gd name="connsiteY3-52" fmla="*/ 6858000 h 6858000"/>
              <a:gd name="connsiteX4-53" fmla="*/ 0 w 8464509"/>
              <a:gd name="connsiteY4-54" fmla="*/ 6858000 h 6858000"/>
              <a:gd name="connsiteX5-55" fmla="*/ 3993491 w 8464509"/>
              <a:gd name="connsiteY5-56" fmla="*/ 19455 h 6858000"/>
              <a:gd name="connsiteX0-57" fmla="*/ 3993491 w 8464509"/>
              <a:gd name="connsiteY0-58" fmla="*/ 19455 h 6858000"/>
              <a:gd name="connsiteX1-59" fmla="*/ 8464509 w 8464509"/>
              <a:gd name="connsiteY1-60" fmla="*/ 0 h 6858000"/>
              <a:gd name="connsiteX2-61" fmla="*/ 8464509 w 8464509"/>
              <a:gd name="connsiteY2-62" fmla="*/ 6858000 h 6858000"/>
              <a:gd name="connsiteX3-63" fmla="*/ 0 w 8464509"/>
              <a:gd name="connsiteY3-64" fmla="*/ 6858000 h 6858000"/>
              <a:gd name="connsiteX4-65" fmla="*/ 3993491 w 8464509"/>
              <a:gd name="connsiteY4-66" fmla="*/ 19455 h 6858000"/>
              <a:gd name="connsiteX0-67" fmla="*/ 4061557 w 8464509"/>
              <a:gd name="connsiteY0-68" fmla="*/ 0 h 6858001"/>
              <a:gd name="connsiteX1-69" fmla="*/ 8464509 w 8464509"/>
              <a:gd name="connsiteY1-70" fmla="*/ 1 h 6858001"/>
              <a:gd name="connsiteX2-71" fmla="*/ 8464509 w 8464509"/>
              <a:gd name="connsiteY2-72" fmla="*/ 6858001 h 6858001"/>
              <a:gd name="connsiteX3-73" fmla="*/ 0 w 8464509"/>
              <a:gd name="connsiteY3-74" fmla="*/ 6858001 h 6858001"/>
              <a:gd name="connsiteX4-75" fmla="*/ 4061557 w 8464509"/>
              <a:gd name="connsiteY4-76" fmla="*/ 0 h 6858001"/>
              <a:gd name="connsiteX0-77" fmla="*/ 5059852 w 8464509"/>
              <a:gd name="connsiteY0-78" fmla="*/ 19454 h 6858000"/>
              <a:gd name="connsiteX1-79" fmla="*/ 8464509 w 8464509"/>
              <a:gd name="connsiteY1-80" fmla="*/ 0 h 6858000"/>
              <a:gd name="connsiteX2-81" fmla="*/ 8464509 w 8464509"/>
              <a:gd name="connsiteY2-82" fmla="*/ 6858000 h 6858000"/>
              <a:gd name="connsiteX3-83" fmla="*/ 0 w 8464509"/>
              <a:gd name="connsiteY3-84" fmla="*/ 6858000 h 6858000"/>
              <a:gd name="connsiteX4-85" fmla="*/ 5059852 w 8464509"/>
              <a:gd name="connsiteY4-86" fmla="*/ 19454 h 6858000"/>
              <a:gd name="connsiteX0-87" fmla="*/ 4061557 w 8464509"/>
              <a:gd name="connsiteY0-88" fmla="*/ 0 h 6877457"/>
              <a:gd name="connsiteX1-89" fmla="*/ 8464509 w 8464509"/>
              <a:gd name="connsiteY1-90" fmla="*/ 19457 h 6877457"/>
              <a:gd name="connsiteX2-91" fmla="*/ 8464509 w 8464509"/>
              <a:gd name="connsiteY2-92" fmla="*/ 6877457 h 6877457"/>
              <a:gd name="connsiteX3-93" fmla="*/ 0 w 8464509"/>
              <a:gd name="connsiteY3-94" fmla="*/ 6877457 h 6877457"/>
              <a:gd name="connsiteX4-95" fmla="*/ 4061557 w 8464509"/>
              <a:gd name="connsiteY4-96" fmla="*/ 0 h 6877457"/>
              <a:gd name="connsiteX0-97" fmla="*/ 4040810 w 8464509"/>
              <a:gd name="connsiteY0-98" fmla="*/ 0 h 6877457"/>
              <a:gd name="connsiteX1-99" fmla="*/ 8464509 w 8464509"/>
              <a:gd name="connsiteY1-100" fmla="*/ 19457 h 6877457"/>
              <a:gd name="connsiteX2-101" fmla="*/ 8464509 w 8464509"/>
              <a:gd name="connsiteY2-102" fmla="*/ 6877457 h 6877457"/>
              <a:gd name="connsiteX3-103" fmla="*/ 0 w 8464509"/>
              <a:gd name="connsiteY3-104" fmla="*/ 6877457 h 6877457"/>
              <a:gd name="connsiteX4-105" fmla="*/ 4040810 w 8464509"/>
              <a:gd name="connsiteY4-106" fmla="*/ 0 h 6877457"/>
              <a:gd name="connsiteX0-107" fmla="*/ 4040810 w 8464509"/>
              <a:gd name="connsiteY0-108" fmla="*/ 0 h 6877457"/>
              <a:gd name="connsiteX1-109" fmla="*/ 8464509 w 8464509"/>
              <a:gd name="connsiteY1-110" fmla="*/ 143986 h 6877457"/>
              <a:gd name="connsiteX2-111" fmla="*/ 8464509 w 8464509"/>
              <a:gd name="connsiteY2-112" fmla="*/ 6877457 h 6877457"/>
              <a:gd name="connsiteX3-113" fmla="*/ 0 w 8464509"/>
              <a:gd name="connsiteY3-114" fmla="*/ 6877457 h 6877457"/>
              <a:gd name="connsiteX4-115" fmla="*/ 4040810 w 8464509"/>
              <a:gd name="connsiteY4-116" fmla="*/ 0 h 6877457"/>
              <a:gd name="connsiteX0-117" fmla="*/ 4040810 w 8468658"/>
              <a:gd name="connsiteY0-118" fmla="*/ 0 h 6877457"/>
              <a:gd name="connsiteX1-119" fmla="*/ 8468658 w 8468658"/>
              <a:gd name="connsiteY1-120" fmla="*/ 12341 h 6877457"/>
              <a:gd name="connsiteX2-121" fmla="*/ 8464509 w 8468658"/>
              <a:gd name="connsiteY2-122" fmla="*/ 6877457 h 6877457"/>
              <a:gd name="connsiteX3-123" fmla="*/ 0 w 8468658"/>
              <a:gd name="connsiteY3-124" fmla="*/ 6877457 h 6877457"/>
              <a:gd name="connsiteX4-125" fmla="*/ 4040810 w 8468658"/>
              <a:gd name="connsiteY4-126" fmla="*/ 0 h 687745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468658" h="6877457">
                <a:moveTo>
                  <a:pt x="4040810" y="0"/>
                </a:moveTo>
                <a:lnTo>
                  <a:pt x="8468658" y="12341"/>
                </a:lnTo>
                <a:lnTo>
                  <a:pt x="8464509" y="6877457"/>
                </a:lnTo>
                <a:lnTo>
                  <a:pt x="0" y="6877457"/>
                </a:lnTo>
                <a:lnTo>
                  <a:pt x="4040810" y="0"/>
                </a:lnTo>
                <a:close/>
              </a:path>
            </a:pathLst>
          </a:custGeom>
          <a:solidFill>
            <a:schemeClr val="accent4"/>
          </a:solidFill>
        </p:spPr>
        <p:txBody>
          <a:bodyPr wrap="square" rtlCol="0">
            <a:noAutofit/>
          </a:bodyPr>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单击图标添加图片</a:t>
            </a:r>
            <a:endParaRPr lang="zh-CN" altLang="en-US" noProof="0" dirty="0"/>
          </a:p>
        </p:txBody>
      </p:sp>
      <p:sp>
        <p:nvSpPr>
          <p:cNvPr id="14" name="三角形 13"/>
          <p:cNvSpPr/>
          <p:nvPr userDrawn="1"/>
        </p:nvSpPr>
        <p:spPr>
          <a:xfrm rot="10800000">
            <a:off x="4933721" y="267867"/>
            <a:ext cx="3031755" cy="3031755"/>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5" name="三角形 14"/>
          <p:cNvSpPr/>
          <p:nvPr userDrawn="1"/>
        </p:nvSpPr>
        <p:spPr>
          <a:xfrm>
            <a:off x="-22175" y="5596959"/>
            <a:ext cx="1261040" cy="1261040"/>
          </a:xfrm>
          <a:prstGeom prst="triangle">
            <a:avLst/>
          </a:prstGeom>
          <a:pattFill prst="lgGrid">
            <a:fgClr>
              <a:schemeClr val="accent1"/>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6" name="三角形 15"/>
          <p:cNvSpPr/>
          <p:nvPr userDrawn="1"/>
        </p:nvSpPr>
        <p:spPr>
          <a:xfrm rot="10800000">
            <a:off x="184302" y="236698"/>
            <a:ext cx="519337" cy="519337"/>
          </a:xfrm>
          <a:prstGeom prst="triangle">
            <a:avLst/>
          </a:prstGeom>
          <a:pattFill prst="dkVert">
            <a:fgClr>
              <a:schemeClr val="accent1"/>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7" name="三角形 16"/>
          <p:cNvSpPr/>
          <p:nvPr userDrawn="1"/>
        </p:nvSpPr>
        <p:spPr>
          <a:xfrm>
            <a:off x="4414384" y="5795386"/>
            <a:ext cx="519337" cy="519337"/>
          </a:xfrm>
          <a:prstGeom prst="triangle">
            <a:avLst/>
          </a:prstGeom>
          <a:pattFill prst="wdUpDiag">
            <a:fgClr>
              <a:schemeClr val="accent1"/>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8" name="三角形 17"/>
          <p:cNvSpPr/>
          <p:nvPr userDrawn="1"/>
        </p:nvSpPr>
        <p:spPr>
          <a:xfrm rot="5400000">
            <a:off x="-48606" y="3035784"/>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两个水平内容 ">
    <p:spTree>
      <p:nvGrpSpPr>
        <p:cNvPr id="1" name=""/>
        <p:cNvGrpSpPr/>
        <p:nvPr/>
      </p:nvGrpSpPr>
      <p:grpSpPr>
        <a:xfrm>
          <a:off x="0" y="0"/>
          <a:ext cx="0" cy="0"/>
          <a:chOff x="0" y="0"/>
          <a:chExt cx="0" cy="0"/>
        </a:xfrm>
      </p:grpSpPr>
      <p:sp>
        <p:nvSpPr>
          <p:cNvPr id="14" name="长方形 13"/>
          <p:cNvSpPr/>
          <p:nvPr userDrawn="1"/>
        </p:nvSpPr>
        <p:spPr>
          <a:xfrm>
            <a:off x="413825" y="2941613"/>
            <a:ext cx="11364350" cy="343260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5" name="内容占位符 2"/>
          <p:cNvSpPr>
            <a:spLocks noGrp="1"/>
          </p:cNvSpPr>
          <p:nvPr>
            <p:ph idx="1"/>
          </p:nvPr>
        </p:nvSpPr>
        <p:spPr>
          <a:xfrm>
            <a:off x="932329" y="4280546"/>
            <a:ext cx="10452848" cy="1791071"/>
          </a:xfrm>
        </p:spPr>
        <p:txBody>
          <a:bodyPr rtlCol="0"/>
          <a:lstStyle>
            <a:lvl1pPr marL="342900" indent="-342900">
              <a:buClr>
                <a:schemeClr val="accent1"/>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1pPr>
            <a:lvl2pPr marL="487045" indent="-285750">
              <a:buClr>
                <a:schemeClr val="accent1"/>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2pPr>
            <a:lvl3pPr marL="669925" indent="-285750">
              <a:buClr>
                <a:schemeClr val="accent1"/>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3pPr>
            <a:lvl4pPr marL="852805" indent="-285750">
              <a:buClr>
                <a:schemeClr val="accent1"/>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4pPr>
            <a:lvl5pPr marL="1035685" indent="-285750">
              <a:buClr>
                <a:schemeClr val="accent1"/>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endParaRPr lang="zh-CN" altLang="en-US" noProof="0" dirty="0"/>
          </a:p>
        </p:txBody>
      </p:sp>
      <p:sp>
        <p:nvSpPr>
          <p:cNvPr id="16" name="日期占位符 6"/>
          <p:cNvSpPr>
            <a:spLocks noGrp="1"/>
          </p:cNvSpPr>
          <p:nvPr>
            <p:ph type="dt" sz="half" idx="10"/>
          </p:nvPr>
        </p:nvSpPr>
        <p:spPr>
          <a:xfrm>
            <a:off x="8218426" y="6446838"/>
            <a:ext cx="2584850" cy="365125"/>
          </a:xfrm>
        </p:spPr>
        <p:txBody>
          <a:bodyPr rtlCol="0"/>
          <a:lstStyle>
            <a:lvl1pPr>
              <a:defRPr>
                <a:latin typeface="Microsoft YaHei UI" panose="020B0503020204020204" pitchFamily="34" charset="-122"/>
                <a:ea typeface="Microsoft YaHei UI" panose="020B0503020204020204" pitchFamily="34" charset="-122"/>
              </a:defRPr>
            </a:lvl1pPr>
          </a:lstStyle>
          <a:p>
            <a:fld id="{CB7203FC-C1DC-4E1F-B341-863162F6425E}" type="datetime1">
              <a:rPr lang="zh-CN" altLang="en-US" noProof="0" smtClean="0"/>
              <a:t>2026.8.30</a:t>
            </a:fld>
            <a:endParaRPr lang="zh-CN" altLang="en-US" noProof="0" dirty="0"/>
          </a:p>
        </p:txBody>
      </p:sp>
      <p:sp>
        <p:nvSpPr>
          <p:cNvPr id="17" name="页脚占位符 7"/>
          <p:cNvSpPr>
            <a:spLocks noGrp="1"/>
          </p:cNvSpPr>
          <p:nvPr>
            <p:ph type="ftr" sz="quarter" idx="11"/>
          </p:nvPr>
        </p:nvSpPr>
        <p:spPr>
          <a:xfrm>
            <a:off x="1097279" y="6446838"/>
            <a:ext cx="6818262" cy="365125"/>
          </a:xfrm>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18" name="幻灯片编号占位符 8"/>
          <p:cNvSpPr>
            <a:spLocks noGrp="1"/>
          </p:cNvSpPr>
          <p:nvPr>
            <p:ph type="sldNum" sz="quarter" idx="12"/>
          </p:nvPr>
        </p:nvSpPr>
        <p:spPr>
          <a:xfrm>
            <a:off x="10993582" y="6446838"/>
            <a:ext cx="780010" cy="365125"/>
          </a:xfrm>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t>‹#›</a:t>
            </a:fld>
            <a:endParaRPr lang="zh-CN" altLang="en-US" noProof="0" dirty="0"/>
          </a:p>
        </p:txBody>
      </p:sp>
      <p:sp>
        <p:nvSpPr>
          <p:cNvPr id="19" name="标题 9"/>
          <p:cNvSpPr>
            <a:spLocks noGrp="1"/>
          </p:cNvSpPr>
          <p:nvPr>
            <p:ph type="title"/>
          </p:nvPr>
        </p:nvSpPr>
        <p:spPr>
          <a:xfrm>
            <a:off x="932329" y="3143154"/>
            <a:ext cx="10452849" cy="910492"/>
          </a:xfrm>
        </p:spPr>
        <p:txBody>
          <a:bodyPr rtlCol="0" anchor="ctr"/>
          <a:lstStyle>
            <a:lvl1pPr algn="l">
              <a:defRPr>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sp>
        <p:nvSpPr>
          <p:cNvPr id="20" name="三角形 19"/>
          <p:cNvSpPr/>
          <p:nvPr userDrawn="1"/>
        </p:nvSpPr>
        <p:spPr>
          <a:xfrm>
            <a:off x="10459099" y="5309445"/>
            <a:ext cx="1465933" cy="146593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1" name="三角形 20"/>
          <p:cNvSpPr/>
          <p:nvPr userDrawn="1"/>
        </p:nvSpPr>
        <p:spPr>
          <a:xfrm rot="5400000">
            <a:off x="-48606" y="3334563"/>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4" name="图片占位符 3"/>
          <p:cNvSpPr>
            <a:spLocks noGrp="1"/>
          </p:cNvSpPr>
          <p:nvPr>
            <p:ph type="pic" sz="quarter" idx="13"/>
          </p:nvPr>
        </p:nvSpPr>
        <p:spPr>
          <a:xfrm>
            <a:off x="413824" y="483782"/>
            <a:ext cx="11365992" cy="2457856"/>
          </a:xfrm>
          <a:solidFill>
            <a:schemeClr val="accent1"/>
          </a:solidFill>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单击图标添加图片</a:t>
            </a:r>
            <a:endParaRPr lang="zh-CN" altLang="en-US"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bg>
      <p:bgPr>
        <a:solidFill>
          <a:schemeClr val="bg1"/>
        </a:solidFill>
        <a:effectLst/>
      </p:bgPr>
    </p:bg>
    <p:spTree>
      <p:nvGrpSpPr>
        <p:cNvPr id="1" name=""/>
        <p:cNvGrpSpPr/>
        <p:nvPr/>
      </p:nvGrpSpPr>
      <p:grpSpPr>
        <a:xfrm>
          <a:off x="0" y="0"/>
          <a:ext cx="0" cy="0"/>
          <a:chOff x="0" y="0"/>
          <a:chExt cx="0" cy="0"/>
        </a:xfrm>
      </p:grpSpPr>
      <p:sp>
        <p:nvSpPr>
          <p:cNvPr id="13" name="长方形 12"/>
          <p:cNvSpPr/>
          <p:nvPr userDrawn="1"/>
        </p:nvSpPr>
        <p:spPr>
          <a:xfrm>
            <a:off x="413825" y="483781"/>
            <a:ext cx="11364350" cy="58904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932329" y="2031121"/>
            <a:ext cx="4534616" cy="3933150"/>
          </a:xfrm>
        </p:spPr>
        <p:txBody>
          <a:bodyPr rtlCol="0"/>
          <a:lstStyle>
            <a:lvl1pPr marL="342900" indent="-342900">
              <a:buClr>
                <a:schemeClr val="accent1"/>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1pPr>
            <a:lvl2pPr marL="487045" indent="-285750">
              <a:buClr>
                <a:schemeClr val="accent1"/>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2pPr>
            <a:lvl3pPr marL="669925" indent="-285750">
              <a:buClr>
                <a:schemeClr val="accent1"/>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3pPr>
            <a:lvl4pPr marL="852805" indent="-285750">
              <a:buClr>
                <a:schemeClr val="accent1"/>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4pPr>
            <a:lvl5pPr marL="1035685" indent="-285750">
              <a:buClr>
                <a:schemeClr val="accent1"/>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endParaRPr lang="zh-CN" altLang="en-US" noProof="0" dirty="0"/>
          </a:p>
        </p:txBody>
      </p:sp>
      <p:sp>
        <p:nvSpPr>
          <p:cNvPr id="7" name="日期占位符 6"/>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39BF184A-B0AE-4682-91A6-84FE83A06107}" type="datetime1">
              <a:rPr lang="zh-CN" altLang="en-US" noProof="0" smtClean="0"/>
              <a:t>2026.8.30</a:t>
            </a:fld>
            <a:endParaRPr lang="zh-CN" altLang="en-US" noProof="0" dirty="0"/>
          </a:p>
        </p:txBody>
      </p:sp>
      <p:sp>
        <p:nvSpPr>
          <p:cNvPr id="8" name="页脚占位符 7"/>
          <p:cNvSpPr>
            <a:spLocks noGrp="1"/>
          </p:cNvSpPr>
          <p:nvPr>
            <p:ph type="ftr" sz="quarter" idx="11"/>
          </p:nvPr>
        </p:nvSpPr>
        <p:spPr>
          <a:xfrm>
            <a:off x="1097279" y="6446838"/>
            <a:ext cx="6818262" cy="365125"/>
          </a:xfrm>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9" name="幻灯片编号占位符 8"/>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t>‹#›</a:t>
            </a:fld>
            <a:endParaRPr lang="zh-CN" altLang="en-US" noProof="0" dirty="0"/>
          </a:p>
        </p:txBody>
      </p:sp>
      <p:sp>
        <p:nvSpPr>
          <p:cNvPr id="10" name="标题 9"/>
          <p:cNvSpPr>
            <a:spLocks noGrp="1"/>
          </p:cNvSpPr>
          <p:nvPr>
            <p:ph type="title"/>
          </p:nvPr>
        </p:nvSpPr>
        <p:spPr>
          <a:xfrm>
            <a:off x="932330" y="893729"/>
            <a:ext cx="4534616" cy="910492"/>
          </a:xfrm>
        </p:spPr>
        <p:txBody>
          <a:bodyPr rtlCol="0" anchor="ctr"/>
          <a:lstStyle>
            <a:lvl1pPr algn="l">
              <a:defRPr>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sp>
        <p:nvSpPr>
          <p:cNvPr id="11" name="三角形 10"/>
          <p:cNvSpPr/>
          <p:nvPr userDrawn="1"/>
        </p:nvSpPr>
        <p:spPr>
          <a:xfrm>
            <a:off x="10459099" y="5309445"/>
            <a:ext cx="1465933" cy="1465933"/>
          </a:xfrm>
          <a:prstGeom prst="triangle">
            <a:avLst/>
          </a:prstGeom>
          <a:noFill/>
          <a:ln>
            <a:solidFill>
              <a:srgbClr val="C5AE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2" name="三角形 11"/>
          <p:cNvSpPr/>
          <p:nvPr userDrawn="1"/>
        </p:nvSpPr>
        <p:spPr>
          <a:xfrm rot="5400000">
            <a:off x="-48606" y="108513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7" name="图片占位符 16"/>
          <p:cNvSpPr>
            <a:spLocks noGrp="1"/>
          </p:cNvSpPr>
          <p:nvPr>
            <p:ph type="pic" sz="quarter" idx="13"/>
          </p:nvPr>
        </p:nvSpPr>
        <p:spPr>
          <a:xfrm>
            <a:off x="3727491" y="0"/>
            <a:ext cx="8464509" cy="6858000"/>
          </a:xfrm>
          <a:custGeom>
            <a:avLst/>
            <a:gdLst>
              <a:gd name="connsiteX0" fmla="*/ 3426278 w 8464509"/>
              <a:gd name="connsiteY0" fmla="*/ 0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3440072 w 8464509"/>
              <a:gd name="connsiteY5" fmla="*/ 6858000 h 6858000"/>
              <a:gd name="connsiteX6" fmla="*/ 3440072 w 8464509"/>
              <a:gd name="connsiteY6" fmla="*/ 6839148 h 6858000"/>
              <a:gd name="connsiteX7" fmla="*/ 0 w 8464509"/>
              <a:gd name="connsiteY7" fmla="*/ 6858000 h 6858000"/>
              <a:gd name="connsiteX0-1" fmla="*/ 3426278 w 8464509"/>
              <a:gd name="connsiteY0-2" fmla="*/ 0 h 6858000"/>
              <a:gd name="connsiteX1-3" fmla="*/ 3440072 w 8464509"/>
              <a:gd name="connsiteY1-4" fmla="*/ 37000 h 6858000"/>
              <a:gd name="connsiteX2-5" fmla="*/ 3440072 w 8464509"/>
              <a:gd name="connsiteY2-6" fmla="*/ 0 h 6858000"/>
              <a:gd name="connsiteX3-7" fmla="*/ 8464509 w 8464509"/>
              <a:gd name="connsiteY3-8" fmla="*/ 0 h 6858000"/>
              <a:gd name="connsiteX4-9" fmla="*/ 8464509 w 8464509"/>
              <a:gd name="connsiteY4-10" fmla="*/ 6858000 h 6858000"/>
              <a:gd name="connsiteX5-11" fmla="*/ 3440072 w 8464509"/>
              <a:gd name="connsiteY5-12" fmla="*/ 6858000 h 6858000"/>
              <a:gd name="connsiteX6-13" fmla="*/ 0 w 8464509"/>
              <a:gd name="connsiteY6-14" fmla="*/ 6858000 h 6858000"/>
              <a:gd name="connsiteX7-15" fmla="*/ 3426278 w 8464509"/>
              <a:gd name="connsiteY7-16" fmla="*/ 0 h 6858000"/>
              <a:gd name="connsiteX0-17" fmla="*/ 3426278 w 8464509"/>
              <a:gd name="connsiteY0-18" fmla="*/ 0 h 6858000"/>
              <a:gd name="connsiteX1-19" fmla="*/ 3440072 w 8464509"/>
              <a:gd name="connsiteY1-20" fmla="*/ 37000 h 6858000"/>
              <a:gd name="connsiteX2-21" fmla="*/ 3440072 w 8464509"/>
              <a:gd name="connsiteY2-22" fmla="*/ 0 h 6858000"/>
              <a:gd name="connsiteX3-23" fmla="*/ 8464509 w 8464509"/>
              <a:gd name="connsiteY3-24" fmla="*/ 0 h 6858000"/>
              <a:gd name="connsiteX4-25" fmla="*/ 8464509 w 8464509"/>
              <a:gd name="connsiteY4-26" fmla="*/ 6858000 h 6858000"/>
              <a:gd name="connsiteX5-27" fmla="*/ 0 w 8464509"/>
              <a:gd name="connsiteY5-28" fmla="*/ 6858000 h 6858000"/>
              <a:gd name="connsiteX6-29" fmla="*/ 3426278 w 8464509"/>
              <a:gd name="connsiteY6-30" fmla="*/ 0 h 6858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464509" h="6858000">
                <a:moveTo>
                  <a:pt x="3426278" y="0"/>
                </a:moveTo>
                <a:lnTo>
                  <a:pt x="3440072" y="37000"/>
                </a:lnTo>
                <a:lnTo>
                  <a:pt x="3440072" y="0"/>
                </a:lnTo>
                <a:lnTo>
                  <a:pt x="8464509" y="0"/>
                </a:lnTo>
                <a:lnTo>
                  <a:pt x="8464509" y="6858000"/>
                </a:lnTo>
                <a:lnTo>
                  <a:pt x="0" y="6858000"/>
                </a:lnTo>
                <a:lnTo>
                  <a:pt x="3426278" y="0"/>
                </a:lnTo>
                <a:close/>
              </a:path>
            </a:pathLst>
          </a:custGeom>
          <a:solidFill>
            <a:schemeClr val="accent4"/>
          </a:solidFill>
        </p:spPr>
        <p:txBody>
          <a:bodyPr wrap="square" rtlCol="0">
            <a:noAutofit/>
          </a:bodyPr>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单击图标添加图片</a:t>
            </a:r>
            <a:endParaRPr lang="zh-CN" altLang="en-US" noProof="0" dirty="0"/>
          </a:p>
        </p:txBody>
      </p:sp>
      <p:sp>
        <p:nvSpPr>
          <p:cNvPr id="19" name="三角形 18"/>
          <p:cNvSpPr/>
          <p:nvPr userDrawn="1"/>
        </p:nvSpPr>
        <p:spPr>
          <a:xfrm rot="10800000">
            <a:off x="5869115" y="4530"/>
            <a:ext cx="911753" cy="91175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_黑色">
    <p:spTree>
      <p:nvGrpSpPr>
        <p:cNvPr id="1" name=""/>
        <p:cNvGrpSpPr/>
        <p:nvPr/>
      </p:nvGrpSpPr>
      <p:grpSpPr>
        <a:xfrm>
          <a:off x="0" y="0"/>
          <a:ext cx="0" cy="0"/>
          <a:chOff x="0" y="0"/>
          <a:chExt cx="0" cy="0"/>
        </a:xfrm>
      </p:grpSpPr>
      <p:sp>
        <p:nvSpPr>
          <p:cNvPr id="13" name="长方形 12"/>
          <p:cNvSpPr/>
          <p:nvPr userDrawn="1"/>
        </p:nvSpPr>
        <p:spPr>
          <a:xfrm>
            <a:off x="413825" y="483781"/>
            <a:ext cx="11364350" cy="58904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932329" y="2031121"/>
            <a:ext cx="10452848" cy="3933150"/>
          </a:xfrm>
        </p:spPr>
        <p:txBody>
          <a:bodyPr rtlCol="0"/>
          <a:lstStyle>
            <a:lvl1pPr marL="342900" indent="-342900">
              <a:buClr>
                <a:schemeClr val="accent1"/>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1pPr>
            <a:lvl2pPr marL="487045" indent="-285750">
              <a:buClr>
                <a:schemeClr val="accent1"/>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2pPr>
            <a:lvl3pPr marL="669925" indent="-285750">
              <a:buClr>
                <a:schemeClr val="accent1"/>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3pPr>
            <a:lvl4pPr marL="852805" indent="-285750">
              <a:buClr>
                <a:schemeClr val="accent1"/>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4pPr>
            <a:lvl5pPr marL="1035685" indent="-285750">
              <a:buClr>
                <a:schemeClr val="accent1"/>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endParaRPr lang="zh-CN" altLang="en-US" noProof="0" dirty="0"/>
          </a:p>
        </p:txBody>
      </p:sp>
      <p:sp>
        <p:nvSpPr>
          <p:cNvPr id="7" name="日期占位符 6"/>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5EF3919D-0995-4EF4-B622-DEF5FB6991D6}" type="datetime1">
              <a:rPr lang="zh-CN" altLang="en-US" noProof="0" smtClean="0"/>
              <a:t>2026.8.30</a:t>
            </a:fld>
            <a:endParaRPr lang="zh-CN" altLang="en-US" noProof="0" dirty="0"/>
          </a:p>
        </p:txBody>
      </p:sp>
      <p:sp>
        <p:nvSpPr>
          <p:cNvPr id="8" name="页脚占位符 7"/>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t>‹#›</a:t>
            </a:fld>
            <a:endParaRPr lang="zh-CN" altLang="en-US" noProof="0" dirty="0"/>
          </a:p>
        </p:txBody>
      </p:sp>
      <p:sp>
        <p:nvSpPr>
          <p:cNvPr id="10" name="标题 9"/>
          <p:cNvSpPr>
            <a:spLocks noGrp="1"/>
          </p:cNvSpPr>
          <p:nvPr>
            <p:ph type="title"/>
          </p:nvPr>
        </p:nvSpPr>
        <p:spPr>
          <a:xfrm>
            <a:off x="932329" y="893729"/>
            <a:ext cx="10452849" cy="910492"/>
          </a:xfrm>
        </p:spPr>
        <p:txBody>
          <a:bodyPr rtlCol="0" anchor="ctr"/>
          <a:lstStyle>
            <a:lvl1pPr algn="l">
              <a:defRPr>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sp>
        <p:nvSpPr>
          <p:cNvPr id="11" name="三角形 10"/>
          <p:cNvSpPr/>
          <p:nvPr userDrawn="1"/>
        </p:nvSpPr>
        <p:spPr>
          <a:xfrm>
            <a:off x="10459099" y="5309445"/>
            <a:ext cx="1465933" cy="146593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2" name="三角形 11"/>
          <p:cNvSpPr/>
          <p:nvPr userDrawn="1"/>
        </p:nvSpPr>
        <p:spPr>
          <a:xfrm rot="5400000">
            <a:off x="-48606" y="1085138"/>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黑色">
    <p:spTree>
      <p:nvGrpSpPr>
        <p:cNvPr id="1" name=""/>
        <p:cNvGrpSpPr/>
        <p:nvPr/>
      </p:nvGrpSpPr>
      <p:grpSpPr>
        <a:xfrm>
          <a:off x="0" y="0"/>
          <a:ext cx="0" cy="0"/>
          <a:chOff x="0" y="0"/>
          <a:chExt cx="0" cy="0"/>
        </a:xfrm>
      </p:grpSpPr>
      <p:sp>
        <p:nvSpPr>
          <p:cNvPr id="13" name="长方形 12"/>
          <p:cNvSpPr/>
          <p:nvPr userDrawn="1"/>
        </p:nvSpPr>
        <p:spPr>
          <a:xfrm>
            <a:off x="413825" y="483781"/>
            <a:ext cx="11364350" cy="58904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7" name="日期占位符 6"/>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254F3418-E193-4AA2-BF36-E0FCFC33528A}" type="datetime1">
              <a:rPr lang="zh-CN" altLang="en-US" noProof="0" smtClean="0"/>
              <a:t>2026.8.30</a:t>
            </a:fld>
            <a:endParaRPr lang="zh-CN" altLang="en-US" noProof="0" dirty="0"/>
          </a:p>
        </p:txBody>
      </p:sp>
      <p:sp>
        <p:nvSpPr>
          <p:cNvPr id="8" name="页脚占位符 7"/>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t>‹#›</a:t>
            </a:fld>
            <a:endParaRPr lang="zh-CN" altLang="en-US" noProof="0" dirty="0"/>
          </a:p>
        </p:txBody>
      </p:sp>
      <p:sp>
        <p:nvSpPr>
          <p:cNvPr id="10" name="标题 9"/>
          <p:cNvSpPr>
            <a:spLocks noGrp="1"/>
          </p:cNvSpPr>
          <p:nvPr>
            <p:ph type="title"/>
          </p:nvPr>
        </p:nvSpPr>
        <p:spPr>
          <a:xfrm>
            <a:off x="932329" y="893729"/>
            <a:ext cx="10452849" cy="910492"/>
          </a:xfrm>
        </p:spPr>
        <p:txBody>
          <a:bodyPr rtlCol="0" anchor="ctr"/>
          <a:lstStyle>
            <a:lvl1pPr algn="l">
              <a:defRPr>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sp>
        <p:nvSpPr>
          <p:cNvPr id="11" name="三角形 10"/>
          <p:cNvSpPr/>
          <p:nvPr userDrawn="1"/>
        </p:nvSpPr>
        <p:spPr>
          <a:xfrm>
            <a:off x="10459099" y="5309445"/>
            <a:ext cx="1465933" cy="146593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2" name="三角形 11"/>
          <p:cNvSpPr/>
          <p:nvPr userDrawn="1"/>
        </p:nvSpPr>
        <p:spPr>
          <a:xfrm rot="5400000">
            <a:off x="-48606" y="1085138"/>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_白色">
    <p:bg>
      <p:bgPr>
        <a:solidFill>
          <a:schemeClr val="tx1"/>
        </a:solidFill>
        <a:effectLst/>
      </p:bgPr>
    </p:bg>
    <p:spTree>
      <p:nvGrpSpPr>
        <p:cNvPr id="1" name=""/>
        <p:cNvGrpSpPr/>
        <p:nvPr/>
      </p:nvGrpSpPr>
      <p:grpSpPr>
        <a:xfrm>
          <a:off x="0" y="0"/>
          <a:ext cx="0" cy="0"/>
          <a:chOff x="0" y="0"/>
          <a:chExt cx="0" cy="0"/>
        </a:xfrm>
      </p:grpSpPr>
      <p:sp>
        <p:nvSpPr>
          <p:cNvPr id="13" name="长方形 12"/>
          <p:cNvSpPr/>
          <p:nvPr userDrawn="1"/>
        </p:nvSpPr>
        <p:spPr>
          <a:xfrm>
            <a:off x="413825" y="483781"/>
            <a:ext cx="11364350" cy="5890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7" name="日期占位符 6"/>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242881AD-FA96-416C-B794-A11CCE574D5C}" type="datetime1">
              <a:rPr lang="zh-CN" altLang="en-US" noProof="0" smtClean="0"/>
              <a:t>2026.8.30</a:t>
            </a:fld>
            <a:endParaRPr lang="zh-CN" altLang="en-US" noProof="0" dirty="0"/>
          </a:p>
        </p:txBody>
      </p:sp>
      <p:sp>
        <p:nvSpPr>
          <p:cNvPr id="8" name="页脚占位符 7"/>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t>‹#›</a:t>
            </a:fld>
            <a:endParaRPr lang="zh-CN" altLang="en-US" noProof="0" dirty="0"/>
          </a:p>
        </p:txBody>
      </p:sp>
      <p:sp>
        <p:nvSpPr>
          <p:cNvPr id="11" name="三角形 10"/>
          <p:cNvSpPr/>
          <p:nvPr userDrawn="1"/>
        </p:nvSpPr>
        <p:spPr>
          <a:xfrm>
            <a:off x="10459099" y="5309445"/>
            <a:ext cx="1465933" cy="146593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2" name="三角形 11"/>
          <p:cNvSpPr/>
          <p:nvPr userDrawn="1"/>
        </p:nvSpPr>
        <p:spPr>
          <a:xfrm rot="5400000">
            <a:off x="-48606" y="108513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6" name="内容占位符 2"/>
          <p:cNvSpPr>
            <a:spLocks noGrp="1"/>
          </p:cNvSpPr>
          <p:nvPr>
            <p:ph idx="1"/>
          </p:nvPr>
        </p:nvSpPr>
        <p:spPr>
          <a:xfrm>
            <a:off x="932329" y="2031121"/>
            <a:ext cx="10452848" cy="3933150"/>
          </a:xfrm>
        </p:spPr>
        <p:txBody>
          <a:bodyPr rtlCol="0"/>
          <a:lstStyle>
            <a:lvl1pPr marL="342900" indent="-342900">
              <a:buClr>
                <a:schemeClr val="accent1"/>
              </a:buClr>
              <a:buFont typeface="Arial" panose="020B0604020202020204" pitchFamily="34" charset="0"/>
              <a:buChar char="•"/>
              <a:defRPr>
                <a:solidFill>
                  <a:schemeClr val="tx1"/>
                </a:solidFill>
                <a:latin typeface="Microsoft YaHei UI" panose="020B0503020204020204" pitchFamily="34" charset="-122"/>
                <a:ea typeface="Microsoft YaHei UI" panose="020B0503020204020204" pitchFamily="34" charset="-122"/>
              </a:defRPr>
            </a:lvl1pPr>
            <a:lvl2pPr marL="487045" indent="-285750">
              <a:buClr>
                <a:schemeClr val="accent1"/>
              </a:buClr>
              <a:buFont typeface="Arial" panose="020B0604020202020204" pitchFamily="34" charset="0"/>
              <a:buChar char="•"/>
              <a:defRPr>
                <a:solidFill>
                  <a:schemeClr val="tx1"/>
                </a:solidFill>
                <a:latin typeface="Microsoft YaHei UI" panose="020B0503020204020204" pitchFamily="34" charset="-122"/>
                <a:ea typeface="Microsoft YaHei UI" panose="020B0503020204020204" pitchFamily="34" charset="-122"/>
              </a:defRPr>
            </a:lvl2pPr>
            <a:lvl3pPr marL="669925" indent="-285750">
              <a:buClr>
                <a:schemeClr val="accent1"/>
              </a:buClr>
              <a:buFont typeface="Arial" panose="020B0604020202020204" pitchFamily="34" charset="0"/>
              <a:buChar char="•"/>
              <a:defRPr>
                <a:solidFill>
                  <a:schemeClr val="tx1"/>
                </a:solidFill>
                <a:latin typeface="Microsoft YaHei UI" panose="020B0503020204020204" pitchFamily="34" charset="-122"/>
                <a:ea typeface="Microsoft YaHei UI" panose="020B0503020204020204" pitchFamily="34" charset="-122"/>
              </a:defRPr>
            </a:lvl3pPr>
            <a:lvl4pPr marL="852805" indent="-285750">
              <a:buClr>
                <a:schemeClr val="accent1"/>
              </a:buClr>
              <a:buFont typeface="Arial" panose="020B0604020202020204" pitchFamily="34" charset="0"/>
              <a:buChar char="•"/>
              <a:defRPr>
                <a:solidFill>
                  <a:schemeClr val="tx1"/>
                </a:solidFill>
                <a:latin typeface="Microsoft YaHei UI" panose="020B0503020204020204" pitchFamily="34" charset="-122"/>
                <a:ea typeface="Microsoft YaHei UI" panose="020B0503020204020204" pitchFamily="34" charset="-122"/>
              </a:defRPr>
            </a:lvl4pPr>
            <a:lvl5pPr marL="1035685" indent="-285750">
              <a:buClr>
                <a:schemeClr val="accent1"/>
              </a:buClr>
              <a:buFont typeface="Arial" panose="020B0604020202020204" pitchFamily="34" charset="0"/>
              <a:buChar char="•"/>
              <a:defRPr>
                <a:solidFill>
                  <a:schemeClr val="tx1"/>
                </a:solidFill>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endParaRPr lang="zh-CN" altLang="en-US" noProof="0" dirty="0"/>
          </a:p>
        </p:txBody>
      </p:sp>
      <p:sp>
        <p:nvSpPr>
          <p:cNvPr id="17" name="标题 9"/>
          <p:cNvSpPr>
            <a:spLocks noGrp="1"/>
          </p:cNvSpPr>
          <p:nvPr>
            <p:ph type="title"/>
          </p:nvPr>
        </p:nvSpPr>
        <p:spPr>
          <a:xfrm>
            <a:off x="932329" y="893729"/>
            <a:ext cx="10452849" cy="910492"/>
          </a:xfrm>
        </p:spPr>
        <p:txBody>
          <a:bodyPr rtlCol="0" anchor="ctr"/>
          <a:lstStyle>
            <a:lvl1pPr algn="l">
              <a:defRPr>
                <a:solidFill>
                  <a:schemeClr val="tx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_白色">
    <p:bg>
      <p:bgPr>
        <a:solidFill>
          <a:schemeClr val="tx1"/>
        </a:solidFill>
        <a:effectLst/>
      </p:bgPr>
    </p:bg>
    <p:spTree>
      <p:nvGrpSpPr>
        <p:cNvPr id="1" name=""/>
        <p:cNvGrpSpPr/>
        <p:nvPr/>
      </p:nvGrpSpPr>
      <p:grpSpPr>
        <a:xfrm>
          <a:off x="0" y="0"/>
          <a:ext cx="0" cy="0"/>
          <a:chOff x="0" y="0"/>
          <a:chExt cx="0" cy="0"/>
        </a:xfrm>
      </p:grpSpPr>
      <p:sp>
        <p:nvSpPr>
          <p:cNvPr id="13" name="长方形 12"/>
          <p:cNvSpPr/>
          <p:nvPr userDrawn="1"/>
        </p:nvSpPr>
        <p:spPr>
          <a:xfrm>
            <a:off x="413825" y="483781"/>
            <a:ext cx="11364350" cy="5890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7" name="日期占位符 6"/>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2EE8DEEE-BDF5-4C9C-8309-D678A518C7D1}" type="datetime1">
              <a:rPr lang="zh-CN" altLang="en-US" noProof="0" smtClean="0"/>
              <a:t>2026.8.30</a:t>
            </a:fld>
            <a:endParaRPr lang="zh-CN" altLang="en-US" noProof="0" dirty="0"/>
          </a:p>
        </p:txBody>
      </p:sp>
      <p:sp>
        <p:nvSpPr>
          <p:cNvPr id="8" name="页脚占位符 7"/>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t>‹#›</a:t>
            </a:fld>
            <a:endParaRPr lang="zh-CN" altLang="en-US" noProof="0" dirty="0"/>
          </a:p>
        </p:txBody>
      </p:sp>
      <p:sp>
        <p:nvSpPr>
          <p:cNvPr id="11" name="三角形 10"/>
          <p:cNvSpPr/>
          <p:nvPr userDrawn="1"/>
        </p:nvSpPr>
        <p:spPr>
          <a:xfrm>
            <a:off x="10459099" y="5309445"/>
            <a:ext cx="1465933" cy="146593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2" name="三角形 11"/>
          <p:cNvSpPr/>
          <p:nvPr userDrawn="1"/>
        </p:nvSpPr>
        <p:spPr>
          <a:xfrm rot="5400000">
            <a:off x="-48606" y="108513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7" name="标题 9"/>
          <p:cNvSpPr>
            <a:spLocks noGrp="1"/>
          </p:cNvSpPr>
          <p:nvPr>
            <p:ph type="title"/>
          </p:nvPr>
        </p:nvSpPr>
        <p:spPr>
          <a:xfrm>
            <a:off x="932329" y="893729"/>
            <a:ext cx="10452849" cy="910492"/>
          </a:xfrm>
        </p:spPr>
        <p:txBody>
          <a:bodyPr rtlCol="0" anchor="ctr"/>
          <a:lstStyle>
            <a:lvl1pPr algn="l">
              <a:defRPr>
                <a:solidFill>
                  <a:schemeClr val="tx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比较">
    <p:bg>
      <p:bgPr>
        <a:solidFill>
          <a:schemeClr val="tx1"/>
        </a:solidFill>
        <a:effectLst/>
      </p:bgPr>
    </p:bg>
    <p:spTree>
      <p:nvGrpSpPr>
        <p:cNvPr id="1" name=""/>
        <p:cNvGrpSpPr/>
        <p:nvPr/>
      </p:nvGrpSpPr>
      <p:grpSpPr>
        <a:xfrm>
          <a:off x="0" y="0"/>
          <a:ext cx="0" cy="0"/>
          <a:chOff x="0" y="0"/>
          <a:chExt cx="0" cy="0"/>
        </a:xfrm>
      </p:grpSpPr>
      <p:sp>
        <p:nvSpPr>
          <p:cNvPr id="25" name="长方形 24"/>
          <p:cNvSpPr/>
          <p:nvPr userDrawn="1"/>
        </p:nvSpPr>
        <p:spPr>
          <a:xfrm>
            <a:off x="413825" y="483781"/>
            <a:ext cx="11364350" cy="5890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6" name="三角形 25"/>
          <p:cNvSpPr/>
          <p:nvPr userDrawn="1"/>
        </p:nvSpPr>
        <p:spPr>
          <a:xfrm rot="5400000">
            <a:off x="-48606" y="108513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grpSp>
        <p:nvGrpSpPr>
          <p:cNvPr id="13" name="组 12"/>
          <p:cNvGrpSpPr/>
          <p:nvPr userDrawn="1"/>
        </p:nvGrpSpPr>
        <p:grpSpPr>
          <a:xfrm>
            <a:off x="401408" y="1983214"/>
            <a:ext cx="5127171" cy="979022"/>
            <a:chOff x="417597" y="1992086"/>
            <a:chExt cx="5127171" cy="979022"/>
          </a:xfrm>
        </p:grpSpPr>
        <p:sp>
          <p:nvSpPr>
            <p:cNvPr id="14" name="长方形 13"/>
            <p:cNvSpPr/>
            <p:nvPr/>
          </p:nvSpPr>
          <p:spPr>
            <a:xfrm>
              <a:off x="417597" y="1992086"/>
              <a:ext cx="5127171" cy="7047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2400" noProof="0" dirty="0">
                <a:latin typeface="Microsoft YaHei UI" panose="020B0503020204020204" pitchFamily="34" charset="-122"/>
                <a:ea typeface="Microsoft YaHei UI" panose="020B0503020204020204" pitchFamily="34" charset="-122"/>
              </a:endParaRPr>
            </a:p>
          </p:txBody>
        </p:sp>
        <p:sp>
          <p:nvSpPr>
            <p:cNvPr id="15" name="三角形 14"/>
            <p:cNvSpPr>
              <a:spLocks noChangeAspect="1"/>
            </p:cNvSpPr>
            <p:nvPr/>
          </p:nvSpPr>
          <p:spPr>
            <a:xfrm rot="10800000">
              <a:off x="2821824" y="2696788"/>
              <a:ext cx="318212" cy="27432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400" noProof="0" dirty="0">
                <a:latin typeface="Microsoft YaHei UI" panose="020B0503020204020204" pitchFamily="34" charset="-122"/>
                <a:ea typeface="Microsoft YaHei UI" panose="020B0503020204020204" pitchFamily="34" charset="-122"/>
              </a:endParaRPr>
            </a:p>
          </p:txBody>
        </p:sp>
      </p:grpSp>
      <p:sp>
        <p:nvSpPr>
          <p:cNvPr id="3" name="文本占位符 2"/>
          <p:cNvSpPr>
            <a:spLocks noGrp="1"/>
          </p:cNvSpPr>
          <p:nvPr>
            <p:ph type="body" idx="1"/>
          </p:nvPr>
        </p:nvSpPr>
        <p:spPr>
          <a:xfrm>
            <a:off x="645125" y="1984781"/>
            <a:ext cx="4639736" cy="703135"/>
          </a:xfrm>
        </p:spPr>
        <p:txBody>
          <a:bodyPr lIns="91440" rIns="91440" rtlCol="0" anchor="ctr">
            <a:normAutofit/>
          </a:bodyPr>
          <a:lstStyle>
            <a:lvl1pPr marL="0" indent="0" algn="ctr">
              <a:buNone/>
              <a:defRPr sz="2000" b="0" cap="all" baseline="0">
                <a:solidFill>
                  <a:schemeClr val="bg1"/>
                </a:solidFill>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p>
        </p:txBody>
      </p:sp>
      <p:sp>
        <p:nvSpPr>
          <p:cNvPr id="4" name="内容占位符 3"/>
          <p:cNvSpPr>
            <a:spLocks noGrp="1"/>
          </p:cNvSpPr>
          <p:nvPr>
            <p:ph sz="half" idx="2"/>
          </p:nvPr>
        </p:nvSpPr>
        <p:spPr>
          <a:xfrm>
            <a:off x="645125" y="3154858"/>
            <a:ext cx="4639736" cy="2870009"/>
          </a:xfrm>
        </p:spPr>
        <p:txBody>
          <a:bodyPr rtlCol="0"/>
          <a:lstStyle>
            <a:lvl1pPr>
              <a:defRPr>
                <a:latin typeface="Microsoft YaHei UI" panose="020B0503020204020204" pitchFamily="34" charset="-122"/>
                <a:ea typeface="Microsoft YaHei UI" panose="020B0503020204020204" pitchFamily="34" charset="-122"/>
              </a:defRPr>
            </a:lvl1pPr>
            <a:lvl2pPr>
              <a:defRPr>
                <a:latin typeface="Microsoft YaHei UI" panose="020B0503020204020204" pitchFamily="34" charset="-122"/>
                <a:ea typeface="Microsoft YaHei UI" panose="020B0503020204020204" pitchFamily="34" charset="-122"/>
              </a:defRPr>
            </a:lvl2pPr>
            <a:lvl3pPr>
              <a:defRPr>
                <a:latin typeface="Microsoft YaHei UI" panose="020B0503020204020204" pitchFamily="34" charset="-122"/>
                <a:ea typeface="Microsoft YaHei UI" panose="020B0503020204020204" pitchFamily="34" charset="-122"/>
              </a:defRPr>
            </a:lvl3pPr>
            <a:lvl4pPr>
              <a:defRPr>
                <a:latin typeface="Microsoft YaHei UI" panose="020B0503020204020204" pitchFamily="34" charset="-122"/>
                <a:ea typeface="Microsoft YaHei UI" panose="020B0503020204020204" pitchFamily="34" charset="-122"/>
              </a:defRPr>
            </a:lvl4pPr>
            <a:lvl5pPr>
              <a:defRPr>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endParaRPr lang="zh-CN" altLang="en-US" noProof="0" dirty="0"/>
          </a:p>
        </p:txBody>
      </p:sp>
      <p:sp>
        <p:nvSpPr>
          <p:cNvPr id="2" name="日期占位符 1"/>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44E5126D-BFD4-479A-9C69-56439D3E9BB3}" type="datetime1">
              <a:rPr lang="zh-CN" altLang="en-US" noProof="0" smtClean="0"/>
              <a:t>2026.8.30</a:t>
            </a:fld>
            <a:endParaRPr lang="zh-CN" altLang="en-US" noProof="0" dirty="0"/>
          </a:p>
        </p:txBody>
      </p:sp>
      <p:sp>
        <p:nvSpPr>
          <p:cNvPr id="11" name="页脚占位符 10"/>
          <p:cNvSpPr>
            <a:spLocks noGrp="1"/>
          </p:cNvSpPr>
          <p:nvPr>
            <p:ph type="ftr" sz="quarter" idx="11"/>
          </p:nvPr>
        </p:nvSpPr>
        <p:spPr>
          <a:xfrm>
            <a:off x="1097279" y="6446838"/>
            <a:ext cx="6818262" cy="365125"/>
          </a:xfrm>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12" name="灯片编号占位符 11"/>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t>‹#›</a:t>
            </a:fld>
            <a:endParaRPr lang="zh-CN" altLang="en-US" noProof="0" dirty="0"/>
          </a:p>
        </p:txBody>
      </p:sp>
      <p:grpSp>
        <p:nvGrpSpPr>
          <p:cNvPr id="19" name="组 18"/>
          <p:cNvGrpSpPr/>
          <p:nvPr userDrawn="1"/>
        </p:nvGrpSpPr>
        <p:grpSpPr>
          <a:xfrm>
            <a:off x="6663674" y="1983214"/>
            <a:ext cx="5127171" cy="979022"/>
            <a:chOff x="417597" y="1992086"/>
            <a:chExt cx="5127171" cy="979022"/>
          </a:xfrm>
        </p:grpSpPr>
        <p:sp>
          <p:nvSpPr>
            <p:cNvPr id="20" name="长方形 19"/>
            <p:cNvSpPr/>
            <p:nvPr/>
          </p:nvSpPr>
          <p:spPr>
            <a:xfrm>
              <a:off x="417597" y="1992086"/>
              <a:ext cx="5127171" cy="7047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2400" noProof="0" dirty="0">
                <a:latin typeface="Microsoft YaHei UI" panose="020B0503020204020204" pitchFamily="34" charset="-122"/>
                <a:ea typeface="Microsoft YaHei UI" panose="020B0503020204020204" pitchFamily="34" charset="-122"/>
              </a:endParaRPr>
            </a:p>
          </p:txBody>
        </p:sp>
        <p:sp>
          <p:nvSpPr>
            <p:cNvPr id="21" name="三角形 20"/>
            <p:cNvSpPr>
              <a:spLocks noChangeAspect="1"/>
            </p:cNvSpPr>
            <p:nvPr/>
          </p:nvSpPr>
          <p:spPr>
            <a:xfrm rot="10800000">
              <a:off x="2822076" y="2696788"/>
              <a:ext cx="318212" cy="27432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400" noProof="0" dirty="0">
                <a:latin typeface="Microsoft YaHei UI" panose="020B0503020204020204" pitchFamily="34" charset="-122"/>
                <a:ea typeface="Microsoft YaHei UI" panose="020B0503020204020204" pitchFamily="34" charset="-122"/>
              </a:endParaRPr>
            </a:p>
          </p:txBody>
        </p:sp>
      </p:grpSp>
      <p:sp>
        <p:nvSpPr>
          <p:cNvPr id="22" name="文本占位符 2"/>
          <p:cNvSpPr>
            <a:spLocks noGrp="1"/>
          </p:cNvSpPr>
          <p:nvPr>
            <p:ph type="body" idx="13"/>
          </p:nvPr>
        </p:nvSpPr>
        <p:spPr>
          <a:xfrm>
            <a:off x="6907391" y="1984781"/>
            <a:ext cx="4639736" cy="703135"/>
          </a:xfrm>
        </p:spPr>
        <p:txBody>
          <a:bodyPr lIns="91440" rIns="91440" rtlCol="0" anchor="ctr">
            <a:normAutofit/>
          </a:bodyPr>
          <a:lstStyle>
            <a:lvl1pPr marL="0" indent="0" algn="ctr">
              <a:buNone/>
              <a:defRPr sz="2000" b="0" cap="all" baseline="0">
                <a:solidFill>
                  <a:schemeClr val="bg1"/>
                </a:solidFill>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p>
        </p:txBody>
      </p:sp>
      <p:sp>
        <p:nvSpPr>
          <p:cNvPr id="23" name="内容占位符 3"/>
          <p:cNvSpPr>
            <a:spLocks noGrp="1"/>
          </p:cNvSpPr>
          <p:nvPr>
            <p:ph sz="half" idx="14"/>
          </p:nvPr>
        </p:nvSpPr>
        <p:spPr>
          <a:xfrm>
            <a:off x="6907391" y="3154858"/>
            <a:ext cx="4639736" cy="2870009"/>
          </a:xfrm>
        </p:spPr>
        <p:txBody>
          <a:bodyPr rtlCol="0"/>
          <a:lstStyle>
            <a:lvl1pPr>
              <a:defRPr>
                <a:latin typeface="Microsoft YaHei UI" panose="020B0503020204020204" pitchFamily="34" charset="-122"/>
                <a:ea typeface="Microsoft YaHei UI" panose="020B0503020204020204" pitchFamily="34" charset="-122"/>
              </a:defRPr>
            </a:lvl1pPr>
            <a:lvl2pPr>
              <a:defRPr>
                <a:latin typeface="Microsoft YaHei UI" panose="020B0503020204020204" pitchFamily="34" charset="-122"/>
                <a:ea typeface="Microsoft YaHei UI" panose="020B0503020204020204" pitchFamily="34" charset="-122"/>
              </a:defRPr>
            </a:lvl2pPr>
            <a:lvl3pPr>
              <a:defRPr>
                <a:latin typeface="Microsoft YaHei UI" panose="020B0503020204020204" pitchFamily="34" charset="-122"/>
                <a:ea typeface="Microsoft YaHei UI" panose="020B0503020204020204" pitchFamily="34" charset="-122"/>
              </a:defRPr>
            </a:lvl3pPr>
            <a:lvl4pPr>
              <a:defRPr>
                <a:latin typeface="Microsoft YaHei UI" panose="020B0503020204020204" pitchFamily="34" charset="-122"/>
                <a:ea typeface="Microsoft YaHei UI" panose="020B0503020204020204" pitchFamily="34" charset="-122"/>
              </a:defRPr>
            </a:lvl4pPr>
            <a:lvl5pPr>
              <a:defRPr>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endParaRPr lang="zh-CN" altLang="en-US" noProof="0" dirty="0"/>
          </a:p>
        </p:txBody>
      </p:sp>
      <p:cxnSp>
        <p:nvCxnSpPr>
          <p:cNvPr id="9" name="直接连接符​​(S) 8"/>
          <p:cNvCxnSpPr/>
          <p:nvPr userDrawn="1"/>
        </p:nvCxnSpPr>
        <p:spPr>
          <a:xfrm>
            <a:off x="6096000" y="2055833"/>
            <a:ext cx="0" cy="381326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7" name="标题 9"/>
          <p:cNvSpPr>
            <a:spLocks noGrp="1"/>
          </p:cNvSpPr>
          <p:nvPr>
            <p:ph type="title"/>
          </p:nvPr>
        </p:nvSpPr>
        <p:spPr>
          <a:xfrm>
            <a:off x="932330" y="893729"/>
            <a:ext cx="10205573" cy="910492"/>
          </a:xfrm>
        </p:spPr>
        <p:txBody>
          <a:bodyPr rtlCol="0" anchor="ctr"/>
          <a:lstStyle>
            <a:lvl1pPr algn="l">
              <a:defRPr>
                <a:solidFill>
                  <a:schemeClr val="tx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议程">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3F93B974-B4E5-4F00-81C7-C5F6E52A69F4}" type="datetime1">
              <a:rPr lang="zh-CN" altLang="en-US" noProof="0" smtClean="0"/>
              <a:t>2026.8.30</a:t>
            </a:fld>
            <a:endParaRPr lang="zh-CN" altLang="en-US" noProof="0" dirty="0"/>
          </a:p>
        </p:txBody>
      </p:sp>
      <p:sp>
        <p:nvSpPr>
          <p:cNvPr id="3" name="页脚占位符 2"/>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4" name="灯片编号占位符 3"/>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t>‹#›</a:t>
            </a:fld>
            <a:endParaRPr lang="zh-CN" altLang="en-US" noProof="0" dirty="0"/>
          </a:p>
        </p:txBody>
      </p:sp>
      <p:sp>
        <p:nvSpPr>
          <p:cNvPr id="5" name="长方形 4"/>
          <p:cNvSpPr/>
          <p:nvPr userDrawn="1"/>
        </p:nvSpPr>
        <p:spPr>
          <a:xfrm>
            <a:off x="0" y="467833"/>
            <a:ext cx="11729822" cy="58904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7" name="三角形 6"/>
          <p:cNvSpPr/>
          <p:nvPr userDrawn="1"/>
        </p:nvSpPr>
        <p:spPr>
          <a:xfrm>
            <a:off x="1915754" y="3684257"/>
            <a:ext cx="3112470" cy="3112470"/>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8" name="三角形 7"/>
          <p:cNvSpPr/>
          <p:nvPr userDrawn="1"/>
        </p:nvSpPr>
        <p:spPr>
          <a:xfrm>
            <a:off x="4668946" y="522786"/>
            <a:ext cx="718556" cy="718556"/>
          </a:xfrm>
          <a:prstGeom prst="triangle">
            <a:avLst/>
          </a:prstGeom>
          <a:pattFill prst="dkHorz">
            <a:fgClr>
              <a:schemeClr val="accent1"/>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5" name="图片占位符 14"/>
          <p:cNvSpPr>
            <a:spLocks noGrp="1"/>
          </p:cNvSpPr>
          <p:nvPr>
            <p:ph type="pic" sz="quarter" idx="13"/>
          </p:nvPr>
        </p:nvSpPr>
        <p:spPr>
          <a:xfrm>
            <a:off x="-1" y="0"/>
            <a:ext cx="5123378" cy="6864485"/>
          </a:xfrm>
          <a:custGeom>
            <a:avLst/>
            <a:gdLst>
              <a:gd name="connsiteX0" fmla="*/ 1602021 w 6096000"/>
              <a:gd name="connsiteY0" fmla="*/ 0 h 6858000"/>
              <a:gd name="connsiteX1" fmla="*/ 6096000 w 6096000"/>
              <a:gd name="connsiteY1" fmla="*/ 0 h 6858000"/>
              <a:gd name="connsiteX2" fmla="*/ 1612869 w 6096000"/>
              <a:gd name="connsiteY2" fmla="*/ 6841445 h 6858000"/>
              <a:gd name="connsiteX3" fmla="*/ 1612869 w 6096000"/>
              <a:gd name="connsiteY3" fmla="*/ 6858000 h 6858000"/>
              <a:gd name="connsiteX4" fmla="*/ 0 w 6096000"/>
              <a:gd name="connsiteY4" fmla="*/ 6858000 h 6858000"/>
              <a:gd name="connsiteX5" fmla="*/ 0 w 6096000"/>
              <a:gd name="connsiteY5" fmla="*/ 0 h 6858000"/>
              <a:gd name="connsiteX6" fmla="*/ 1602021 w 6096000"/>
              <a:gd name="connsiteY6" fmla="*/ 0 h 6858000"/>
              <a:gd name="connsiteX0-1" fmla="*/ 1602021 w 6096000"/>
              <a:gd name="connsiteY0-2" fmla="*/ 0 h 6858000"/>
              <a:gd name="connsiteX1-3" fmla="*/ 6096000 w 6096000"/>
              <a:gd name="connsiteY1-4" fmla="*/ 0 h 6858000"/>
              <a:gd name="connsiteX2-5" fmla="*/ 2014112 w 6096000"/>
              <a:gd name="connsiteY2-6" fmla="*/ 6857657 h 6858000"/>
              <a:gd name="connsiteX3-7" fmla="*/ 1612869 w 6096000"/>
              <a:gd name="connsiteY3-8" fmla="*/ 6858000 h 6858000"/>
              <a:gd name="connsiteX4-9" fmla="*/ 0 w 6096000"/>
              <a:gd name="connsiteY4-10" fmla="*/ 6858000 h 6858000"/>
              <a:gd name="connsiteX5-11" fmla="*/ 0 w 6096000"/>
              <a:gd name="connsiteY5-12" fmla="*/ 0 h 6858000"/>
              <a:gd name="connsiteX6-13" fmla="*/ 1602021 w 6096000"/>
              <a:gd name="connsiteY6-14" fmla="*/ 0 h 6858000"/>
              <a:gd name="connsiteX0-15" fmla="*/ 1602021 w 6096000"/>
              <a:gd name="connsiteY0-16" fmla="*/ 0 h 6864485"/>
              <a:gd name="connsiteX1-17" fmla="*/ 6096000 w 6096000"/>
              <a:gd name="connsiteY1-18" fmla="*/ 0 h 6864485"/>
              <a:gd name="connsiteX2-19" fmla="*/ 2014112 w 6096000"/>
              <a:gd name="connsiteY2-20" fmla="*/ 6857657 h 6864485"/>
              <a:gd name="connsiteX3-21" fmla="*/ 2033403 w 6096000"/>
              <a:gd name="connsiteY3-22" fmla="*/ 6864485 h 6864485"/>
              <a:gd name="connsiteX4-23" fmla="*/ 0 w 6096000"/>
              <a:gd name="connsiteY4-24" fmla="*/ 6858000 h 6864485"/>
              <a:gd name="connsiteX5-25" fmla="*/ 0 w 6096000"/>
              <a:gd name="connsiteY5-26" fmla="*/ 0 h 6864485"/>
              <a:gd name="connsiteX6-27" fmla="*/ 1602021 w 6096000"/>
              <a:gd name="connsiteY6-28" fmla="*/ 0 h 6864485"/>
              <a:gd name="connsiteX0-29" fmla="*/ 1602021 w 6096000"/>
              <a:gd name="connsiteY0-30" fmla="*/ 0 h 6864485"/>
              <a:gd name="connsiteX1-31" fmla="*/ 6096000 w 6096000"/>
              <a:gd name="connsiteY1-32" fmla="*/ 0 h 6864485"/>
              <a:gd name="connsiteX2-33" fmla="*/ 2014112 w 6096000"/>
              <a:gd name="connsiteY2-34" fmla="*/ 6857657 h 6864485"/>
              <a:gd name="connsiteX3-35" fmla="*/ 2002538 w 6096000"/>
              <a:gd name="connsiteY3-36" fmla="*/ 6864485 h 6864485"/>
              <a:gd name="connsiteX4-37" fmla="*/ 0 w 6096000"/>
              <a:gd name="connsiteY4-38" fmla="*/ 6858000 h 6864485"/>
              <a:gd name="connsiteX5-39" fmla="*/ 0 w 6096000"/>
              <a:gd name="connsiteY5-40" fmla="*/ 0 h 6864485"/>
              <a:gd name="connsiteX6-41" fmla="*/ 1602021 w 6096000"/>
              <a:gd name="connsiteY6-42" fmla="*/ 0 h 686448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6096000" h="6864485">
                <a:moveTo>
                  <a:pt x="1602021" y="0"/>
                </a:moveTo>
                <a:lnTo>
                  <a:pt x="6096000" y="0"/>
                </a:lnTo>
                <a:lnTo>
                  <a:pt x="2014112" y="6857657"/>
                </a:lnTo>
                <a:lnTo>
                  <a:pt x="2002538" y="6864485"/>
                </a:lnTo>
                <a:lnTo>
                  <a:pt x="0" y="6858000"/>
                </a:lnTo>
                <a:lnTo>
                  <a:pt x="0" y="0"/>
                </a:lnTo>
                <a:lnTo>
                  <a:pt x="1602021" y="0"/>
                </a:lnTo>
                <a:close/>
              </a:path>
            </a:pathLst>
          </a:custGeom>
          <a:solidFill>
            <a:schemeClr val="accent1"/>
          </a:solidFill>
        </p:spPr>
        <p:txBody>
          <a:bodyPr wrap="square" rtlCol="0">
            <a:noAutofit/>
          </a:bodyPr>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单击图标添加图片</a:t>
            </a:r>
            <a:endParaRPr lang="zh-CN" altLang="en-US" noProof="0" dirty="0"/>
          </a:p>
        </p:txBody>
      </p:sp>
      <p:sp>
        <p:nvSpPr>
          <p:cNvPr id="16" name="标题 1"/>
          <p:cNvSpPr>
            <a:spLocks noGrp="1"/>
          </p:cNvSpPr>
          <p:nvPr>
            <p:ph type="title" hasCustomPrompt="1"/>
          </p:nvPr>
        </p:nvSpPr>
        <p:spPr>
          <a:xfrm>
            <a:off x="4506410" y="2679259"/>
            <a:ext cx="2988860" cy="1395208"/>
          </a:xfrm>
        </p:spPr>
        <p:txBody>
          <a:bodyPr lIns="0" rtlCol="0" anchor="ctr">
            <a:normAutofit/>
          </a:bodyPr>
          <a:lstStyle>
            <a:lvl1pPr algn="ctr">
              <a:defRPr sz="360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dirty="0"/>
              <a:t>在此处输入标题</a:t>
            </a:r>
          </a:p>
        </p:txBody>
      </p:sp>
      <p:sp>
        <p:nvSpPr>
          <p:cNvPr id="17" name="文本占位符 11"/>
          <p:cNvSpPr>
            <a:spLocks noGrp="1"/>
          </p:cNvSpPr>
          <p:nvPr>
            <p:ph type="body" sz="quarter" idx="14" hasCustomPrompt="1"/>
          </p:nvPr>
        </p:nvSpPr>
        <p:spPr>
          <a:xfrm>
            <a:off x="8218426" y="793580"/>
            <a:ext cx="3304279" cy="5270839"/>
          </a:xfrm>
        </p:spPr>
        <p:txBody>
          <a:bodyPr lIns="0" rtlCol="0" anchor="ctr">
            <a:normAutofit/>
          </a:bodyPr>
          <a:lstStyle>
            <a:lvl1pPr marL="285750" indent="-285750">
              <a:lnSpc>
                <a:spcPct val="100000"/>
              </a:lnSpc>
              <a:spcBef>
                <a:spcPts val="0"/>
              </a:spcBef>
              <a:spcAft>
                <a:spcPts val="1500"/>
              </a:spcAft>
              <a:buClr>
                <a:schemeClr val="accent1"/>
              </a:buClr>
              <a:buFont typeface="Arial" panose="020B0604020202020204" pitchFamily="34" charset="0"/>
              <a:buChar char="•"/>
              <a:defRPr sz="1600" spc="0">
                <a:solidFill>
                  <a:schemeClr val="bg1"/>
                </a:solidFill>
                <a:latin typeface="Microsoft YaHei UI" panose="020B0503020204020204" pitchFamily="34" charset="-122"/>
                <a:ea typeface="Microsoft YaHei UI" panose="020B0503020204020204" pitchFamily="34" charset="-122"/>
              </a:defRPr>
            </a:lvl1pPr>
            <a:lvl2pPr>
              <a:lnSpc>
                <a:spcPct val="150000"/>
              </a:lnSpc>
              <a:defRPr sz="1200" spc="0">
                <a:solidFill>
                  <a:schemeClr val="tx2"/>
                </a:solidFill>
              </a:defRPr>
            </a:lvl2pPr>
            <a:lvl3pPr>
              <a:lnSpc>
                <a:spcPct val="150000"/>
              </a:lnSpc>
              <a:defRPr sz="1200" spc="0">
                <a:solidFill>
                  <a:schemeClr val="tx2"/>
                </a:solidFill>
              </a:defRPr>
            </a:lvl3pPr>
            <a:lvl4pPr>
              <a:lnSpc>
                <a:spcPct val="150000"/>
              </a:lnSpc>
              <a:defRPr sz="1200" spc="0">
                <a:solidFill>
                  <a:schemeClr val="tx2"/>
                </a:solidFill>
              </a:defRPr>
            </a:lvl4pPr>
            <a:lvl5pPr>
              <a:lnSpc>
                <a:spcPct val="150000"/>
              </a:lnSpc>
              <a:defRPr sz="1200" spc="0">
                <a:solidFill>
                  <a:schemeClr val="tx2"/>
                </a:solidFill>
              </a:defRPr>
            </a:lvl5pPr>
          </a:lstStyle>
          <a:p>
            <a:pPr lvl="0" rtl="0"/>
            <a:r>
              <a:rPr lang="zh-CN" altLang="en-US" noProof="0" dirty="0"/>
              <a:t>在此处输入文本</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标题和包含图像的内容">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208D9693-F7CE-4876-9BF5-F05164D5037A}" type="datetime1">
              <a:rPr lang="zh-CN" altLang="en-US" noProof="0" smtClean="0"/>
              <a:t>2026.8.30</a:t>
            </a:fld>
            <a:endParaRPr lang="zh-CN" altLang="en-US" noProof="0" dirty="0"/>
          </a:p>
        </p:txBody>
      </p:sp>
      <p:sp>
        <p:nvSpPr>
          <p:cNvPr id="3" name="页脚占位符 2"/>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4" name="灯片编号占位符 3"/>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t>‹#›</a:t>
            </a:fld>
            <a:endParaRPr lang="zh-CN" altLang="en-US" noProof="0" dirty="0"/>
          </a:p>
        </p:txBody>
      </p:sp>
      <p:sp>
        <p:nvSpPr>
          <p:cNvPr id="5" name="长方形 4"/>
          <p:cNvSpPr/>
          <p:nvPr userDrawn="1"/>
        </p:nvSpPr>
        <p:spPr>
          <a:xfrm>
            <a:off x="0" y="0"/>
            <a:ext cx="3502598"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6" name="三角形 5"/>
          <p:cNvSpPr/>
          <p:nvPr userDrawn="1"/>
        </p:nvSpPr>
        <p:spPr>
          <a:xfrm>
            <a:off x="3591475" y="5273069"/>
            <a:ext cx="1486666" cy="1486666"/>
          </a:xfrm>
          <a:prstGeom prst="triangle">
            <a:avLst/>
          </a:prstGeom>
          <a:pattFill prst="lgGrid">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7" name="三角形 6"/>
          <p:cNvSpPr/>
          <p:nvPr userDrawn="1"/>
        </p:nvSpPr>
        <p:spPr>
          <a:xfrm>
            <a:off x="76559" y="597553"/>
            <a:ext cx="562863" cy="562863"/>
          </a:xfrm>
          <a:prstGeom prst="triangle">
            <a:avLst/>
          </a:prstGeom>
          <a:pattFill prst="ltVert">
            <a:fgClr>
              <a:schemeClr val="accent1"/>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8" name="三角形 7"/>
          <p:cNvSpPr/>
          <p:nvPr userDrawn="1"/>
        </p:nvSpPr>
        <p:spPr>
          <a:xfrm>
            <a:off x="357990" y="3814571"/>
            <a:ext cx="2960808" cy="2960808"/>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6" name="图片占位符 25"/>
          <p:cNvSpPr>
            <a:spLocks noGrp="1"/>
          </p:cNvSpPr>
          <p:nvPr>
            <p:ph type="pic" sz="quarter" idx="13"/>
          </p:nvPr>
        </p:nvSpPr>
        <p:spPr>
          <a:xfrm flipH="1">
            <a:off x="444819" y="597553"/>
            <a:ext cx="6063915" cy="6063915"/>
          </a:xfrm>
          <a:custGeom>
            <a:avLst/>
            <a:gdLst>
              <a:gd name="connsiteX0" fmla="*/ 0 w 6063915"/>
              <a:gd name="connsiteY0" fmla="*/ 0 h 6063915"/>
              <a:gd name="connsiteX1" fmla="*/ 6063915 w 6063915"/>
              <a:gd name="connsiteY1" fmla="*/ 0 h 6063915"/>
              <a:gd name="connsiteX2" fmla="*/ 3031957 w 6063915"/>
              <a:gd name="connsiteY2" fmla="*/ 6063915 h 6063915"/>
            </a:gdLst>
            <a:ahLst/>
            <a:cxnLst>
              <a:cxn ang="0">
                <a:pos x="connsiteX0" y="connsiteY0"/>
              </a:cxn>
              <a:cxn ang="0">
                <a:pos x="connsiteX1" y="connsiteY1"/>
              </a:cxn>
              <a:cxn ang="0">
                <a:pos x="connsiteX2" y="connsiteY2"/>
              </a:cxn>
            </a:cxnLst>
            <a:rect l="l" t="t" r="r" b="b"/>
            <a:pathLst>
              <a:path w="6063915" h="6063915">
                <a:moveTo>
                  <a:pt x="0" y="0"/>
                </a:moveTo>
                <a:lnTo>
                  <a:pt x="6063915" y="0"/>
                </a:lnTo>
                <a:lnTo>
                  <a:pt x="3031957" y="6063915"/>
                </a:lnTo>
                <a:close/>
              </a:path>
            </a:pathLst>
          </a:custGeom>
          <a:solidFill>
            <a:schemeClr val="accent1"/>
          </a:solidFill>
        </p:spPr>
        <p:txBody>
          <a:bodyPr wrap="square" rtlCol="0">
            <a:noAutofit/>
          </a:bodyPr>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单击图标添加图片</a:t>
            </a:r>
            <a:endParaRPr lang="zh-CN" altLang="en-US" noProof="0" dirty="0"/>
          </a:p>
        </p:txBody>
      </p:sp>
      <p:sp>
        <p:nvSpPr>
          <p:cNvPr id="28" name="标题 1"/>
          <p:cNvSpPr>
            <a:spLocks noGrp="1"/>
          </p:cNvSpPr>
          <p:nvPr>
            <p:ph type="title" hasCustomPrompt="1"/>
          </p:nvPr>
        </p:nvSpPr>
        <p:spPr>
          <a:xfrm>
            <a:off x="6876994" y="1535397"/>
            <a:ext cx="4845068" cy="1858617"/>
          </a:xfrm>
        </p:spPr>
        <p:txBody>
          <a:bodyPr rtlCol="0" anchor="b">
            <a:normAutofit/>
          </a:bodyPr>
          <a:lstStyle>
            <a:lvl1pPr algn="l">
              <a:defRPr sz="4800" i="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dirty="0"/>
              <a:t>在此处输入标题</a:t>
            </a:r>
          </a:p>
        </p:txBody>
      </p:sp>
      <p:sp>
        <p:nvSpPr>
          <p:cNvPr id="29" name="内容占位符 2"/>
          <p:cNvSpPr>
            <a:spLocks noGrp="1"/>
          </p:cNvSpPr>
          <p:nvPr>
            <p:ph idx="1"/>
          </p:nvPr>
        </p:nvSpPr>
        <p:spPr>
          <a:xfrm>
            <a:off x="6876996" y="3401899"/>
            <a:ext cx="4845066" cy="2107095"/>
          </a:xfrm>
        </p:spPr>
        <p:txBody>
          <a:bodyPr rtlCol="0"/>
          <a:lstStyle>
            <a:lvl1pPr marL="182880" indent="-182880" algn="l">
              <a:buClr>
                <a:srgbClr val="C5AE76"/>
              </a:buClr>
              <a:buFont typeface="Arial" panose="020B0604020202020204" pitchFamily="34" charset="0"/>
              <a:buChar char="•"/>
              <a:defRPr>
                <a:latin typeface="Microsoft YaHei UI" panose="020B0503020204020204" pitchFamily="34" charset="-122"/>
                <a:ea typeface="Microsoft YaHei UI" panose="020B0503020204020204" pitchFamily="34" charset="-122"/>
              </a:defRPr>
            </a:lvl1pPr>
            <a:lvl2pPr marL="384175" indent="-182880" algn="l">
              <a:buClr>
                <a:srgbClr val="C5AE76"/>
              </a:buClr>
              <a:buFont typeface="Arial" panose="020B0604020202020204" pitchFamily="34" charset="0"/>
              <a:buChar char="•"/>
              <a:defRPr>
                <a:latin typeface="Microsoft YaHei UI" panose="020B0503020204020204" pitchFamily="34" charset="-122"/>
                <a:ea typeface="Microsoft YaHei UI" panose="020B0503020204020204" pitchFamily="34" charset="-122"/>
              </a:defRPr>
            </a:lvl2pPr>
            <a:lvl3pPr marL="567055" indent="-182880" algn="l">
              <a:buClr>
                <a:srgbClr val="C5AE76"/>
              </a:buClr>
              <a:buFont typeface="Arial" panose="020B0604020202020204" pitchFamily="34" charset="0"/>
              <a:buChar char="•"/>
              <a:defRPr>
                <a:latin typeface="Microsoft YaHei UI" panose="020B0503020204020204" pitchFamily="34" charset="-122"/>
                <a:ea typeface="Microsoft YaHei UI" panose="020B0503020204020204" pitchFamily="34" charset="-122"/>
              </a:defRPr>
            </a:lvl3pPr>
            <a:lvl4pPr marL="749935" indent="-182880" algn="l">
              <a:buClr>
                <a:srgbClr val="C5AE76"/>
              </a:buClr>
              <a:buFont typeface="Arial" panose="020B0604020202020204" pitchFamily="34" charset="0"/>
              <a:buChar char="•"/>
              <a:defRPr>
                <a:latin typeface="Microsoft YaHei UI" panose="020B0503020204020204" pitchFamily="34" charset="-122"/>
                <a:ea typeface="Microsoft YaHei UI" panose="020B0503020204020204" pitchFamily="34" charset="-122"/>
              </a:defRPr>
            </a:lvl4pPr>
            <a:lvl5pPr marL="932815" indent="-182880" algn="l">
              <a:buClr>
                <a:srgbClr val="C5AE76"/>
              </a:buClr>
              <a:buFont typeface="Arial" panose="020B0604020202020204" pitchFamily="34" charset="0"/>
              <a:buChar char="•"/>
              <a:defRPr>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endParaRPr lang="zh-CN" altLang="en-US" noProof="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带图像的窄标题和图像">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7DB8D1E4-5985-4D3B-9219-28E1BECB20B7}" type="datetime1">
              <a:rPr lang="zh-CN" altLang="en-US" noProof="0" smtClean="0"/>
              <a:t>2026.8.30</a:t>
            </a:fld>
            <a:endParaRPr lang="zh-CN" altLang="en-US" noProof="0" dirty="0"/>
          </a:p>
        </p:txBody>
      </p:sp>
      <p:sp>
        <p:nvSpPr>
          <p:cNvPr id="3" name="页脚占位符 2"/>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4" name="灯片编号占位符 3"/>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t>‹#›</a:t>
            </a:fld>
            <a:endParaRPr lang="zh-CN" altLang="en-US" noProof="0" dirty="0"/>
          </a:p>
        </p:txBody>
      </p:sp>
      <p:sp>
        <p:nvSpPr>
          <p:cNvPr id="5" name="长方形 3"/>
          <p:cNvSpPr/>
          <p:nvPr userDrawn="1"/>
        </p:nvSpPr>
        <p:spPr>
          <a:xfrm>
            <a:off x="4997302" y="0"/>
            <a:ext cx="7194698" cy="6879265"/>
          </a:xfrm>
          <a:custGeom>
            <a:avLst/>
            <a:gdLst>
              <a:gd name="connsiteX0" fmla="*/ 0 w 5004391"/>
              <a:gd name="connsiteY0" fmla="*/ 0 h 6858000"/>
              <a:gd name="connsiteX1" fmla="*/ 5004391 w 5004391"/>
              <a:gd name="connsiteY1" fmla="*/ 0 h 6858000"/>
              <a:gd name="connsiteX2" fmla="*/ 5004391 w 5004391"/>
              <a:gd name="connsiteY2" fmla="*/ 6858000 h 6858000"/>
              <a:gd name="connsiteX3" fmla="*/ 0 w 5004391"/>
              <a:gd name="connsiteY3" fmla="*/ 6858000 h 6858000"/>
              <a:gd name="connsiteX4" fmla="*/ 0 w 5004391"/>
              <a:gd name="connsiteY4" fmla="*/ 0 h 6858000"/>
              <a:gd name="connsiteX0-1" fmla="*/ 1424763 w 5004391"/>
              <a:gd name="connsiteY0-2" fmla="*/ 0 h 6858000"/>
              <a:gd name="connsiteX1-3" fmla="*/ 5004391 w 5004391"/>
              <a:gd name="connsiteY1-4" fmla="*/ 0 h 6858000"/>
              <a:gd name="connsiteX2-5" fmla="*/ 5004391 w 5004391"/>
              <a:gd name="connsiteY2-6" fmla="*/ 6858000 h 6858000"/>
              <a:gd name="connsiteX3-7" fmla="*/ 0 w 5004391"/>
              <a:gd name="connsiteY3-8" fmla="*/ 6858000 h 6858000"/>
              <a:gd name="connsiteX4-9" fmla="*/ 1424763 w 5004391"/>
              <a:gd name="connsiteY4-10" fmla="*/ 0 h 6858000"/>
              <a:gd name="connsiteX0-11" fmla="*/ 1275907 w 5004391"/>
              <a:gd name="connsiteY0-12" fmla="*/ 21265 h 6858000"/>
              <a:gd name="connsiteX1-13" fmla="*/ 5004391 w 5004391"/>
              <a:gd name="connsiteY1-14" fmla="*/ 0 h 6858000"/>
              <a:gd name="connsiteX2-15" fmla="*/ 5004391 w 5004391"/>
              <a:gd name="connsiteY2-16" fmla="*/ 6858000 h 6858000"/>
              <a:gd name="connsiteX3-17" fmla="*/ 0 w 5004391"/>
              <a:gd name="connsiteY3-18" fmla="*/ 6858000 h 6858000"/>
              <a:gd name="connsiteX4-19" fmla="*/ 1275907 w 5004391"/>
              <a:gd name="connsiteY4-20" fmla="*/ 21265 h 6858000"/>
              <a:gd name="connsiteX0-21" fmla="*/ 3466214 w 7194698"/>
              <a:gd name="connsiteY0-22" fmla="*/ 21265 h 6879265"/>
              <a:gd name="connsiteX1-23" fmla="*/ 7194698 w 7194698"/>
              <a:gd name="connsiteY1-24" fmla="*/ 0 h 6879265"/>
              <a:gd name="connsiteX2-25" fmla="*/ 7194698 w 7194698"/>
              <a:gd name="connsiteY2-26" fmla="*/ 6858000 h 6879265"/>
              <a:gd name="connsiteX3-27" fmla="*/ 0 w 7194698"/>
              <a:gd name="connsiteY3-28" fmla="*/ 6879265 h 6879265"/>
              <a:gd name="connsiteX4-29" fmla="*/ 3466214 w 7194698"/>
              <a:gd name="connsiteY4-30" fmla="*/ 21265 h 687926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194698" h="6879265">
                <a:moveTo>
                  <a:pt x="3466214" y="21265"/>
                </a:moveTo>
                <a:lnTo>
                  <a:pt x="7194698" y="0"/>
                </a:lnTo>
                <a:lnTo>
                  <a:pt x="7194698" y="6858000"/>
                </a:lnTo>
                <a:lnTo>
                  <a:pt x="0" y="6879265"/>
                </a:lnTo>
                <a:lnTo>
                  <a:pt x="3466214" y="2126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6" name="三角形 5"/>
          <p:cNvSpPr/>
          <p:nvPr userDrawn="1"/>
        </p:nvSpPr>
        <p:spPr>
          <a:xfrm>
            <a:off x="2571311" y="3814571"/>
            <a:ext cx="2960808" cy="2960808"/>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7" name="三角形 6"/>
          <p:cNvSpPr/>
          <p:nvPr userDrawn="1"/>
        </p:nvSpPr>
        <p:spPr>
          <a:xfrm rot="10800000">
            <a:off x="2277396" y="3814571"/>
            <a:ext cx="1360968" cy="1360968"/>
          </a:xfrm>
          <a:prstGeom prst="triangle">
            <a:avLst/>
          </a:prstGeom>
          <a:pattFill prst="dkHorz">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8" name="图片占位符 7"/>
          <p:cNvSpPr>
            <a:spLocks noGrp="1"/>
          </p:cNvSpPr>
          <p:nvPr>
            <p:ph type="pic" sz="quarter" idx="13"/>
          </p:nvPr>
        </p:nvSpPr>
        <p:spPr>
          <a:xfrm flipH="1">
            <a:off x="2569281" y="330912"/>
            <a:ext cx="6217440" cy="6217440"/>
          </a:xfrm>
          <a:custGeom>
            <a:avLst/>
            <a:gdLst>
              <a:gd name="connsiteX0" fmla="*/ 0 w 6063915"/>
              <a:gd name="connsiteY0" fmla="*/ 0 h 6063915"/>
              <a:gd name="connsiteX1" fmla="*/ 6063915 w 6063915"/>
              <a:gd name="connsiteY1" fmla="*/ 0 h 6063915"/>
              <a:gd name="connsiteX2" fmla="*/ 3031957 w 6063915"/>
              <a:gd name="connsiteY2" fmla="*/ 6063915 h 6063915"/>
            </a:gdLst>
            <a:ahLst/>
            <a:cxnLst>
              <a:cxn ang="0">
                <a:pos x="connsiteX0" y="connsiteY0"/>
              </a:cxn>
              <a:cxn ang="0">
                <a:pos x="connsiteX1" y="connsiteY1"/>
              </a:cxn>
              <a:cxn ang="0">
                <a:pos x="connsiteX2" y="connsiteY2"/>
              </a:cxn>
            </a:cxnLst>
            <a:rect l="l" t="t" r="r" b="b"/>
            <a:pathLst>
              <a:path w="6063915" h="6063915">
                <a:moveTo>
                  <a:pt x="0" y="0"/>
                </a:moveTo>
                <a:lnTo>
                  <a:pt x="6063915" y="0"/>
                </a:lnTo>
                <a:lnTo>
                  <a:pt x="3031957" y="6063915"/>
                </a:lnTo>
                <a:close/>
              </a:path>
            </a:pathLst>
          </a:custGeom>
          <a:solidFill>
            <a:schemeClr val="accent1"/>
          </a:solidFill>
        </p:spPr>
        <p:txBody>
          <a:bodyPr wrap="square" rtlCol="0">
            <a:noAutofit/>
          </a:bodyPr>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单击图标添加图片</a:t>
            </a:r>
            <a:endParaRPr lang="zh-CN" altLang="en-US" noProof="0" dirty="0"/>
          </a:p>
        </p:txBody>
      </p:sp>
      <p:sp>
        <p:nvSpPr>
          <p:cNvPr id="9" name="标题 1"/>
          <p:cNvSpPr>
            <a:spLocks noGrp="1"/>
          </p:cNvSpPr>
          <p:nvPr>
            <p:ph type="title" hasCustomPrompt="1"/>
          </p:nvPr>
        </p:nvSpPr>
        <p:spPr>
          <a:xfrm>
            <a:off x="7958108" y="1957888"/>
            <a:ext cx="3815484" cy="1858617"/>
          </a:xfrm>
        </p:spPr>
        <p:txBody>
          <a:bodyPr rtlCol="0" anchor="b">
            <a:normAutofit/>
          </a:bodyPr>
          <a:lstStyle>
            <a:lvl1pPr algn="ctr">
              <a:defRPr sz="4800" i="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dirty="0"/>
              <a:t>在此处输入标题</a:t>
            </a:r>
          </a:p>
        </p:txBody>
      </p:sp>
      <p:sp>
        <p:nvSpPr>
          <p:cNvPr id="10" name="内容占位符 2"/>
          <p:cNvSpPr>
            <a:spLocks noGrp="1"/>
          </p:cNvSpPr>
          <p:nvPr>
            <p:ph idx="1"/>
          </p:nvPr>
        </p:nvSpPr>
        <p:spPr>
          <a:xfrm>
            <a:off x="7958110" y="3824390"/>
            <a:ext cx="3815482" cy="2107095"/>
          </a:xfrm>
        </p:spPr>
        <p:txBody>
          <a:bodyPr rtlCol="0"/>
          <a:lstStyle>
            <a:lvl1pPr marL="182880" indent="-182880" algn="ctr">
              <a:buClr>
                <a:srgbClr val="C5AE76"/>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1pPr>
            <a:lvl2pPr marL="384175" indent="-182880" algn="ctr">
              <a:buClr>
                <a:srgbClr val="C5AE76"/>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2pPr>
            <a:lvl3pPr marL="567055" indent="-182880" algn="ctr">
              <a:buClr>
                <a:srgbClr val="C5AE76"/>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3pPr>
            <a:lvl4pPr marL="749935" indent="-182880" algn="ctr">
              <a:buClr>
                <a:srgbClr val="C5AE76"/>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4pPr>
            <a:lvl5pPr marL="932815" indent="-182880" algn="ctr">
              <a:buClr>
                <a:srgbClr val="C5AE76"/>
              </a:buClr>
              <a:buFont typeface="Arial" panose="020B0604020202020204" pitchFamily="34" charset="0"/>
              <a:buChar char="•"/>
              <a:defRPr>
                <a:solidFill>
                  <a:schemeClr val="bg1"/>
                </a:solidFill>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endParaRPr lang="zh-CN" altLang="en-US" noProof="0" dirty="0"/>
          </a:p>
        </p:txBody>
      </p:sp>
      <p:sp>
        <p:nvSpPr>
          <p:cNvPr id="12" name="三角形 11"/>
          <p:cNvSpPr/>
          <p:nvPr userDrawn="1"/>
        </p:nvSpPr>
        <p:spPr>
          <a:xfrm rot="16200000">
            <a:off x="11604063" y="316289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带图像的窄内容的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118FC16F-A2D6-4FBE-BB92-991CB0C7EE7B}" type="datetime1">
              <a:rPr lang="zh-CN" altLang="en-US" noProof="0" smtClean="0"/>
              <a:t>2026.8.30</a:t>
            </a:fld>
            <a:endParaRPr lang="zh-CN" altLang="en-US" noProof="0" dirty="0"/>
          </a:p>
        </p:txBody>
      </p:sp>
      <p:sp>
        <p:nvSpPr>
          <p:cNvPr id="3" name="页脚占位符 2"/>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4" name="灯片编号占位符 3"/>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t>‹#›</a:t>
            </a:fld>
            <a:endParaRPr lang="zh-CN" altLang="en-US" noProof="0" dirty="0"/>
          </a:p>
        </p:txBody>
      </p:sp>
      <p:sp>
        <p:nvSpPr>
          <p:cNvPr id="5" name="长方形 4"/>
          <p:cNvSpPr/>
          <p:nvPr userDrawn="1"/>
        </p:nvSpPr>
        <p:spPr>
          <a:xfrm>
            <a:off x="0" y="1730829"/>
            <a:ext cx="8229600" cy="34779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6" name="三角形 5"/>
          <p:cNvSpPr/>
          <p:nvPr userDrawn="1"/>
        </p:nvSpPr>
        <p:spPr>
          <a:xfrm rot="10800000">
            <a:off x="8749091" y="0"/>
            <a:ext cx="3442907" cy="3112470"/>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7" name="三角形 6"/>
          <p:cNvSpPr/>
          <p:nvPr userDrawn="1"/>
        </p:nvSpPr>
        <p:spPr>
          <a:xfrm rot="10800000">
            <a:off x="3727215" y="5551712"/>
            <a:ext cx="1424687" cy="1306288"/>
          </a:xfrm>
          <a:prstGeom prst="triangle">
            <a:avLst/>
          </a:prstGeom>
          <a:pattFill prst="lgGrid">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8" name="标题 9"/>
          <p:cNvSpPr>
            <a:spLocks noGrp="1"/>
          </p:cNvSpPr>
          <p:nvPr>
            <p:ph type="title"/>
          </p:nvPr>
        </p:nvSpPr>
        <p:spPr>
          <a:xfrm>
            <a:off x="868625" y="2464270"/>
            <a:ext cx="5227376" cy="727700"/>
          </a:xfrm>
        </p:spPr>
        <p:txBody>
          <a:bodyPr rtlCol="0" anchor="t"/>
          <a:lstStyle>
            <a:lvl1pPr>
              <a:defRPr>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sp>
        <p:nvSpPr>
          <p:cNvPr id="9" name="文本占位符 2"/>
          <p:cNvSpPr>
            <a:spLocks noGrp="1"/>
          </p:cNvSpPr>
          <p:nvPr>
            <p:ph type="body" idx="1"/>
          </p:nvPr>
        </p:nvSpPr>
        <p:spPr>
          <a:xfrm>
            <a:off x="868623" y="3265903"/>
            <a:ext cx="5227377" cy="1642386"/>
          </a:xfrm>
        </p:spPr>
        <p:txBody>
          <a:bodyPr lIns="91440" rIns="91440" rtlCol="0" anchor="t">
            <a:normAutofit/>
          </a:bodyPr>
          <a:lstStyle>
            <a:lvl1pPr marL="0" indent="0">
              <a:buNone/>
              <a:defRPr sz="2000" b="0" cap="none" baseline="0">
                <a:solidFill>
                  <a:schemeClr val="bg1"/>
                </a:solidFill>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dirty="0"/>
              <a:t>单击此处编辑母版文本样式</a:t>
            </a:r>
          </a:p>
        </p:txBody>
      </p:sp>
      <p:sp>
        <p:nvSpPr>
          <p:cNvPr id="13" name="图片占位符 11"/>
          <p:cNvSpPr>
            <a:spLocks noGrp="1"/>
          </p:cNvSpPr>
          <p:nvPr>
            <p:ph type="pic" sz="quarter" idx="13"/>
          </p:nvPr>
        </p:nvSpPr>
        <p:spPr>
          <a:xfrm flipH="1">
            <a:off x="4593262" y="0"/>
            <a:ext cx="7598736" cy="6858000"/>
          </a:xfrm>
          <a:prstGeom prst="triangle">
            <a:avLst/>
          </a:prstGeom>
          <a:solidFill>
            <a:schemeClr val="accent1"/>
          </a:solidFill>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单击图标添加图片</a:t>
            </a:r>
            <a:endParaRPr lang="zh-CN" altLang="en-US" noProof="0" dirty="0"/>
          </a:p>
        </p:txBody>
      </p:sp>
      <p:sp>
        <p:nvSpPr>
          <p:cNvPr id="14" name="三角形 13"/>
          <p:cNvSpPr/>
          <p:nvPr userDrawn="1"/>
        </p:nvSpPr>
        <p:spPr>
          <a:xfrm rot="5400000">
            <a:off x="-48606" y="2524533"/>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带图像和作者姓名的引言">
    <p:spTree>
      <p:nvGrpSpPr>
        <p:cNvPr id="1" name=""/>
        <p:cNvGrpSpPr/>
        <p:nvPr/>
      </p:nvGrpSpPr>
      <p:grpSpPr>
        <a:xfrm>
          <a:off x="0" y="0"/>
          <a:ext cx="0" cy="0"/>
          <a:chOff x="0" y="0"/>
          <a:chExt cx="0" cy="0"/>
        </a:xfrm>
      </p:grpSpPr>
      <p:sp>
        <p:nvSpPr>
          <p:cNvPr id="10" name="图片占位符 9"/>
          <p:cNvSpPr>
            <a:spLocks noGrp="1"/>
          </p:cNvSpPr>
          <p:nvPr>
            <p:ph type="pic" sz="quarter" idx="13"/>
          </p:nvPr>
        </p:nvSpPr>
        <p:spPr>
          <a:xfrm>
            <a:off x="4576012" y="0"/>
            <a:ext cx="7598735" cy="6858000"/>
          </a:xfrm>
          <a:custGeom>
            <a:avLst/>
            <a:gdLst>
              <a:gd name="connsiteX0" fmla="*/ 0 w 7598735"/>
              <a:gd name="connsiteY0" fmla="*/ 0 h 6858000"/>
              <a:gd name="connsiteX1" fmla="*/ 7598735 w 7598735"/>
              <a:gd name="connsiteY1" fmla="*/ 0 h 6858000"/>
              <a:gd name="connsiteX2" fmla="*/ 7598735 w 7598735"/>
              <a:gd name="connsiteY2" fmla="*/ 6858000 h 6858000"/>
              <a:gd name="connsiteX3" fmla="*/ 0 w 7598735"/>
              <a:gd name="connsiteY3" fmla="*/ 6858000 h 6858000"/>
              <a:gd name="connsiteX4" fmla="*/ 0 w 7598735"/>
              <a:gd name="connsiteY4" fmla="*/ 6378840 h 6858000"/>
              <a:gd name="connsiteX5" fmla="*/ 140333 w 7598735"/>
              <a:gd name="connsiteY5" fmla="*/ 6379536 h 6858000"/>
              <a:gd name="connsiteX6" fmla="*/ 3074919 w 7598735"/>
              <a:gd name="connsiteY6" fmla="*/ 489098 h 6858000"/>
              <a:gd name="connsiteX7" fmla="*/ 0 w 7598735"/>
              <a:gd name="connsiteY7" fmla="*/ 480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8735" h="6858000">
                <a:moveTo>
                  <a:pt x="0" y="0"/>
                </a:moveTo>
                <a:lnTo>
                  <a:pt x="7598735" y="0"/>
                </a:lnTo>
                <a:lnTo>
                  <a:pt x="7598735" y="6858000"/>
                </a:lnTo>
                <a:lnTo>
                  <a:pt x="0" y="6858000"/>
                </a:lnTo>
                <a:lnTo>
                  <a:pt x="0" y="6378840"/>
                </a:lnTo>
                <a:lnTo>
                  <a:pt x="140333" y="6379536"/>
                </a:lnTo>
                <a:lnTo>
                  <a:pt x="3074919" y="489098"/>
                </a:lnTo>
                <a:lnTo>
                  <a:pt x="0" y="480044"/>
                </a:lnTo>
                <a:close/>
              </a:path>
            </a:pathLst>
          </a:custGeom>
          <a:solidFill>
            <a:schemeClr val="accent1"/>
          </a:solidFill>
        </p:spPr>
        <p:txBody>
          <a:bodyPr wrap="square" rtlCol="0">
            <a:noAutofit/>
          </a:bodyPr>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单击图标添加图片</a:t>
            </a:r>
            <a:endParaRPr lang="zh-CN" altLang="en-US" noProof="0" dirty="0"/>
          </a:p>
        </p:txBody>
      </p:sp>
      <p:sp>
        <p:nvSpPr>
          <p:cNvPr id="15" name="任意多边形(F) 14"/>
          <p:cNvSpPr/>
          <p:nvPr userDrawn="1"/>
        </p:nvSpPr>
        <p:spPr>
          <a:xfrm>
            <a:off x="413825" y="463261"/>
            <a:ext cx="7347125" cy="5911703"/>
          </a:xfrm>
          <a:custGeom>
            <a:avLst/>
            <a:gdLst>
              <a:gd name="connsiteX0" fmla="*/ 125507 w 7347125"/>
              <a:gd name="connsiteY0" fmla="*/ 0 h 5911703"/>
              <a:gd name="connsiteX1" fmla="*/ 7347125 w 7347125"/>
              <a:gd name="connsiteY1" fmla="*/ 21265 h 5911703"/>
              <a:gd name="connsiteX2" fmla="*/ 4412539 w 7347125"/>
              <a:gd name="connsiteY2" fmla="*/ 5911703 h 5911703"/>
              <a:gd name="connsiteX3" fmla="*/ 1007798 w 7347125"/>
              <a:gd name="connsiteY3" fmla="*/ 5894815 h 5911703"/>
              <a:gd name="connsiteX4" fmla="*/ 1007798 w 7347125"/>
              <a:gd name="connsiteY4" fmla="*/ 5901070 h 5911703"/>
              <a:gd name="connsiteX5" fmla="*/ 0 w 7347125"/>
              <a:gd name="connsiteY5" fmla="*/ 5901070 h 5911703"/>
              <a:gd name="connsiteX6" fmla="*/ 0 w 7347125"/>
              <a:gd name="connsiteY6" fmla="*/ 10632 h 5911703"/>
              <a:gd name="connsiteX7" fmla="*/ 125507 w 7347125"/>
              <a:gd name="connsiteY7" fmla="*/ 10632 h 5911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47125" h="5911703">
                <a:moveTo>
                  <a:pt x="125507" y="0"/>
                </a:moveTo>
                <a:lnTo>
                  <a:pt x="7347125" y="21265"/>
                </a:lnTo>
                <a:lnTo>
                  <a:pt x="4412539" y="5911703"/>
                </a:lnTo>
                <a:lnTo>
                  <a:pt x="1007798" y="5894815"/>
                </a:lnTo>
                <a:lnTo>
                  <a:pt x="1007798" y="5901070"/>
                </a:lnTo>
                <a:lnTo>
                  <a:pt x="0" y="5901070"/>
                </a:lnTo>
                <a:lnTo>
                  <a:pt x="0" y="10632"/>
                </a:lnTo>
                <a:lnTo>
                  <a:pt x="125507" y="1063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 name="日期占位符 1"/>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DBC5B125-FCF0-4832-92B9-13F4E5F19440}" type="datetime1">
              <a:rPr lang="zh-CN" altLang="en-US" noProof="0" smtClean="0"/>
              <a:t>2026.8.30</a:t>
            </a:fld>
            <a:endParaRPr lang="zh-CN" altLang="en-US" noProof="0" dirty="0"/>
          </a:p>
        </p:txBody>
      </p:sp>
      <p:sp>
        <p:nvSpPr>
          <p:cNvPr id="3" name="页脚占位符 2"/>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4" name="灯片编号占位符 3"/>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t>‹#›</a:t>
            </a:fld>
            <a:endParaRPr lang="zh-CN" altLang="en-US" noProof="0" dirty="0"/>
          </a:p>
        </p:txBody>
      </p:sp>
      <p:sp>
        <p:nvSpPr>
          <p:cNvPr id="12" name="标题 1"/>
          <p:cNvSpPr>
            <a:spLocks noGrp="1"/>
          </p:cNvSpPr>
          <p:nvPr>
            <p:ph type="title" hasCustomPrompt="1"/>
          </p:nvPr>
        </p:nvSpPr>
        <p:spPr>
          <a:xfrm>
            <a:off x="941501" y="1609159"/>
            <a:ext cx="4253334" cy="3639682"/>
          </a:xfrm>
        </p:spPr>
        <p:txBody>
          <a:bodyPr rtlCol="0" anchor="t">
            <a:normAutofit/>
          </a:bodyPr>
          <a:lstStyle>
            <a:lvl1pPr algn="l">
              <a:defRPr sz="380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dirty="0"/>
              <a:t>在此处输入</a:t>
            </a:r>
            <a:r>
              <a:rPr lang="zh-CN" altLang="en-GB" b="1" noProof="0" dirty="0"/>
              <a:t>引言</a:t>
            </a:r>
          </a:p>
        </p:txBody>
      </p:sp>
      <p:sp>
        <p:nvSpPr>
          <p:cNvPr id="13" name="三角形 12"/>
          <p:cNvSpPr/>
          <p:nvPr userDrawn="1"/>
        </p:nvSpPr>
        <p:spPr>
          <a:xfrm rot="5400000">
            <a:off x="-48606" y="1669422"/>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仅标题左对齐">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t>‹#›</a:t>
            </a:fld>
            <a:endParaRPr lang="zh-CN" altLang="en-US" noProof="0" dirty="0"/>
          </a:p>
        </p:txBody>
      </p:sp>
      <p:grpSp>
        <p:nvGrpSpPr>
          <p:cNvPr id="13" name="组 12"/>
          <p:cNvGrpSpPr/>
          <p:nvPr userDrawn="1"/>
        </p:nvGrpSpPr>
        <p:grpSpPr>
          <a:xfrm>
            <a:off x="0" y="-4353"/>
            <a:ext cx="6884691" cy="6862353"/>
            <a:chOff x="0" y="-4353"/>
            <a:chExt cx="6884691" cy="6862353"/>
          </a:xfrm>
        </p:grpSpPr>
        <p:sp>
          <p:nvSpPr>
            <p:cNvPr id="5" name="任意多边形(F) 4"/>
            <p:cNvSpPr/>
            <p:nvPr userDrawn="1"/>
          </p:nvSpPr>
          <p:spPr>
            <a:xfrm>
              <a:off x="0" y="-4353"/>
              <a:ext cx="6884691" cy="6862353"/>
            </a:xfrm>
            <a:custGeom>
              <a:avLst/>
              <a:gdLst>
                <a:gd name="connsiteX0" fmla="*/ 0 w 6838726"/>
                <a:gd name="connsiteY0" fmla="*/ 0 h 6853468"/>
                <a:gd name="connsiteX1" fmla="*/ 6838726 w 6838726"/>
                <a:gd name="connsiteY1" fmla="*/ 20138 h 6853468"/>
                <a:gd name="connsiteX2" fmla="*/ 3434396 w 6838726"/>
                <a:gd name="connsiteY2" fmla="*/ 6853468 h 6853468"/>
                <a:gd name="connsiteX3" fmla="*/ 0 w 6838726"/>
                <a:gd name="connsiteY3" fmla="*/ 6836433 h 6853468"/>
                <a:gd name="connsiteX4" fmla="*/ 0 w 6838726"/>
                <a:gd name="connsiteY4" fmla="*/ 0 h 6853468"/>
                <a:gd name="connsiteX0-1" fmla="*/ 15156 w 6853882"/>
                <a:gd name="connsiteY0-2" fmla="*/ 0 h 6861693"/>
                <a:gd name="connsiteX1-3" fmla="*/ 6853882 w 6853882"/>
                <a:gd name="connsiteY1-4" fmla="*/ 20138 h 6861693"/>
                <a:gd name="connsiteX2-5" fmla="*/ 3449552 w 6853882"/>
                <a:gd name="connsiteY2-6" fmla="*/ 6853468 h 6861693"/>
                <a:gd name="connsiteX3-7" fmla="*/ 0 w 6853882"/>
                <a:gd name="connsiteY3-8" fmla="*/ 6861693 h 6861693"/>
                <a:gd name="connsiteX4-9" fmla="*/ 15156 w 6853882"/>
                <a:gd name="connsiteY4-10" fmla="*/ 0 h 6861693"/>
                <a:gd name="connsiteX0-11" fmla="*/ 15156 w 6853882"/>
                <a:gd name="connsiteY0-12" fmla="*/ 0 h 6863572"/>
                <a:gd name="connsiteX1-13" fmla="*/ 6853882 w 6853882"/>
                <a:gd name="connsiteY1-14" fmla="*/ 20138 h 6863572"/>
                <a:gd name="connsiteX2-15" fmla="*/ 3444500 w 6853882"/>
                <a:gd name="connsiteY2-16" fmla="*/ 6863572 h 6863572"/>
                <a:gd name="connsiteX3-17" fmla="*/ 0 w 6853882"/>
                <a:gd name="connsiteY3-18" fmla="*/ 6861693 h 6863572"/>
                <a:gd name="connsiteX4-19" fmla="*/ 15156 w 6853882"/>
                <a:gd name="connsiteY4-20" fmla="*/ 0 h 6863572"/>
                <a:gd name="connsiteX0-21" fmla="*/ 0 w 6866861"/>
                <a:gd name="connsiteY0-22" fmla="*/ 0 h 6856528"/>
                <a:gd name="connsiteX1-23" fmla="*/ 6866861 w 6866861"/>
                <a:gd name="connsiteY1-24" fmla="*/ 13094 h 6856528"/>
                <a:gd name="connsiteX2-25" fmla="*/ 3457479 w 6866861"/>
                <a:gd name="connsiteY2-26" fmla="*/ 6856528 h 6856528"/>
                <a:gd name="connsiteX3-27" fmla="*/ 12979 w 6866861"/>
                <a:gd name="connsiteY3-28" fmla="*/ 6854649 h 6856528"/>
                <a:gd name="connsiteX4-29" fmla="*/ 0 w 6866861"/>
                <a:gd name="connsiteY4-30" fmla="*/ 0 h 6856528"/>
                <a:gd name="connsiteX0-31" fmla="*/ 0 w 6893137"/>
                <a:gd name="connsiteY0-32" fmla="*/ 7922 h 6864450"/>
                <a:gd name="connsiteX1-33" fmla="*/ 6893137 w 6893137"/>
                <a:gd name="connsiteY1-34" fmla="*/ 0 h 6864450"/>
                <a:gd name="connsiteX2-35" fmla="*/ 3457479 w 6893137"/>
                <a:gd name="connsiteY2-36" fmla="*/ 6864450 h 6864450"/>
                <a:gd name="connsiteX3-37" fmla="*/ 12979 w 6893137"/>
                <a:gd name="connsiteY3-38" fmla="*/ 6862571 h 6864450"/>
                <a:gd name="connsiteX4-39" fmla="*/ 0 w 6893137"/>
                <a:gd name="connsiteY4-40" fmla="*/ 7922 h 6864450"/>
                <a:gd name="connsiteX0-41" fmla="*/ 0 w 6897755"/>
                <a:gd name="connsiteY0-42" fmla="*/ 0 h 6870380"/>
                <a:gd name="connsiteX1-43" fmla="*/ 6897755 w 6897755"/>
                <a:gd name="connsiteY1-44" fmla="*/ 5930 h 6870380"/>
                <a:gd name="connsiteX2-45" fmla="*/ 3462097 w 6897755"/>
                <a:gd name="connsiteY2-46" fmla="*/ 6870380 h 6870380"/>
                <a:gd name="connsiteX3-47" fmla="*/ 17597 w 6897755"/>
                <a:gd name="connsiteY3-48" fmla="*/ 6868501 h 6870380"/>
                <a:gd name="connsiteX4-49" fmla="*/ 0 w 6897755"/>
                <a:gd name="connsiteY4-50" fmla="*/ 0 h 6870380"/>
                <a:gd name="connsiteX0-51" fmla="*/ 9234 w 6880863"/>
                <a:gd name="connsiteY0-52" fmla="*/ 0 h 6866017"/>
                <a:gd name="connsiteX1-53" fmla="*/ 6880863 w 6880863"/>
                <a:gd name="connsiteY1-54" fmla="*/ 1567 h 6866017"/>
                <a:gd name="connsiteX2-55" fmla="*/ 3445205 w 6880863"/>
                <a:gd name="connsiteY2-56" fmla="*/ 6866017 h 6866017"/>
                <a:gd name="connsiteX3-57" fmla="*/ 705 w 6880863"/>
                <a:gd name="connsiteY3-58" fmla="*/ 6864138 h 6866017"/>
                <a:gd name="connsiteX4-59" fmla="*/ 9234 w 6880863"/>
                <a:gd name="connsiteY4-60" fmla="*/ 0 h 6866017"/>
                <a:gd name="connsiteX0-61" fmla="*/ 0 w 6884692"/>
                <a:gd name="connsiteY0-62" fmla="*/ 0 h 6883465"/>
                <a:gd name="connsiteX1-63" fmla="*/ 6884692 w 6884692"/>
                <a:gd name="connsiteY1-64" fmla="*/ 19015 h 6883465"/>
                <a:gd name="connsiteX2-65" fmla="*/ 3449034 w 6884692"/>
                <a:gd name="connsiteY2-66" fmla="*/ 6883465 h 6883465"/>
                <a:gd name="connsiteX3-67" fmla="*/ 4534 w 6884692"/>
                <a:gd name="connsiteY3-68" fmla="*/ 6881586 h 6883465"/>
                <a:gd name="connsiteX4-69" fmla="*/ 0 w 6884692"/>
                <a:gd name="connsiteY4-70" fmla="*/ 0 h 6883465"/>
                <a:gd name="connsiteX0-71" fmla="*/ 9234 w 6880863"/>
                <a:gd name="connsiteY0-72" fmla="*/ 0 h 6879102"/>
                <a:gd name="connsiteX1-73" fmla="*/ 6880863 w 6880863"/>
                <a:gd name="connsiteY1-74" fmla="*/ 14652 h 6879102"/>
                <a:gd name="connsiteX2-75" fmla="*/ 3445205 w 6880863"/>
                <a:gd name="connsiteY2-76" fmla="*/ 6879102 h 6879102"/>
                <a:gd name="connsiteX3-77" fmla="*/ 705 w 6880863"/>
                <a:gd name="connsiteY3-78" fmla="*/ 6877223 h 6879102"/>
                <a:gd name="connsiteX4-79" fmla="*/ 9234 w 6880863"/>
                <a:gd name="connsiteY4-80" fmla="*/ 0 h 6879102"/>
                <a:gd name="connsiteX0-81" fmla="*/ 0 w 6884691"/>
                <a:gd name="connsiteY0-82" fmla="*/ 0 h 6874740"/>
                <a:gd name="connsiteX1-83" fmla="*/ 6884691 w 6884691"/>
                <a:gd name="connsiteY1-84" fmla="*/ 10290 h 6874740"/>
                <a:gd name="connsiteX2-85" fmla="*/ 3449033 w 6884691"/>
                <a:gd name="connsiteY2-86" fmla="*/ 6874740 h 6874740"/>
                <a:gd name="connsiteX3-87" fmla="*/ 4533 w 6884691"/>
                <a:gd name="connsiteY3-88" fmla="*/ 6872861 h 6874740"/>
                <a:gd name="connsiteX4-89" fmla="*/ 0 w 6884691"/>
                <a:gd name="connsiteY4-90" fmla="*/ 0 h 68747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84691" h="6874740">
                  <a:moveTo>
                    <a:pt x="0" y="0"/>
                  </a:moveTo>
                  <a:lnTo>
                    <a:pt x="6884691" y="10290"/>
                  </a:lnTo>
                  <a:lnTo>
                    <a:pt x="3449033" y="6874740"/>
                  </a:lnTo>
                  <a:lnTo>
                    <a:pt x="4533" y="6872861"/>
                  </a:lnTo>
                  <a:cubicBezTo>
                    <a:pt x="207" y="4587978"/>
                    <a:pt x="4326" y="2284883"/>
                    <a:pt x="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7" name="三角形 6"/>
            <p:cNvSpPr/>
            <p:nvPr userDrawn="1"/>
          </p:nvSpPr>
          <p:spPr>
            <a:xfrm>
              <a:off x="3641197" y="5941716"/>
              <a:ext cx="911753" cy="91175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8" name="三角形 7"/>
            <p:cNvSpPr/>
            <p:nvPr userDrawn="1"/>
          </p:nvSpPr>
          <p:spPr>
            <a:xfrm rot="10800000">
              <a:off x="4944403" y="174432"/>
              <a:ext cx="1590022" cy="1590022"/>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grpSp>
      <p:sp>
        <p:nvSpPr>
          <p:cNvPr id="10" name="标题 1"/>
          <p:cNvSpPr>
            <a:spLocks noGrp="1"/>
          </p:cNvSpPr>
          <p:nvPr>
            <p:ph type="title" hasCustomPrompt="1"/>
          </p:nvPr>
        </p:nvSpPr>
        <p:spPr>
          <a:xfrm>
            <a:off x="550988" y="1954400"/>
            <a:ext cx="4393415" cy="3002359"/>
          </a:xfrm>
        </p:spPr>
        <p:txBody>
          <a:bodyPr rtlCol="0" anchor="ctr"/>
          <a:lstStyle>
            <a:lvl1pPr algn="ctr">
              <a:defRPr>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dirty="0"/>
              <a:t>在此处输入标题</a:t>
            </a:r>
          </a:p>
        </p:txBody>
      </p:sp>
      <p:sp>
        <p:nvSpPr>
          <p:cNvPr id="12" name="三角形 11"/>
          <p:cNvSpPr/>
          <p:nvPr userDrawn="1"/>
        </p:nvSpPr>
        <p:spPr>
          <a:xfrm rot="5400000">
            <a:off x="-48606" y="3165163"/>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仅标题右对齐">
    <p:spTree>
      <p:nvGrpSpPr>
        <p:cNvPr id="1" name=""/>
        <p:cNvGrpSpPr/>
        <p:nvPr/>
      </p:nvGrpSpPr>
      <p:grpSpPr>
        <a:xfrm>
          <a:off x="0" y="0"/>
          <a:ext cx="0" cy="0"/>
          <a:chOff x="0" y="0"/>
          <a:chExt cx="0" cy="0"/>
        </a:xfrm>
      </p:grpSpPr>
      <p:grpSp>
        <p:nvGrpSpPr>
          <p:cNvPr id="11" name="组 10"/>
          <p:cNvGrpSpPr/>
          <p:nvPr userDrawn="1"/>
        </p:nvGrpSpPr>
        <p:grpSpPr>
          <a:xfrm rot="10800000">
            <a:off x="5294245" y="0"/>
            <a:ext cx="6897755" cy="6858000"/>
            <a:chOff x="-17598" y="0"/>
            <a:chExt cx="6897755" cy="6858000"/>
          </a:xfrm>
        </p:grpSpPr>
        <p:sp>
          <p:nvSpPr>
            <p:cNvPr id="12" name="任意多边形(F) 11"/>
            <p:cNvSpPr/>
            <p:nvPr userDrawn="1"/>
          </p:nvSpPr>
          <p:spPr>
            <a:xfrm>
              <a:off x="-17598" y="0"/>
              <a:ext cx="6897755" cy="6858000"/>
            </a:xfrm>
            <a:custGeom>
              <a:avLst/>
              <a:gdLst>
                <a:gd name="connsiteX0" fmla="*/ 0 w 6838726"/>
                <a:gd name="connsiteY0" fmla="*/ 0 h 6853468"/>
                <a:gd name="connsiteX1" fmla="*/ 6838726 w 6838726"/>
                <a:gd name="connsiteY1" fmla="*/ 20138 h 6853468"/>
                <a:gd name="connsiteX2" fmla="*/ 3434396 w 6838726"/>
                <a:gd name="connsiteY2" fmla="*/ 6853468 h 6853468"/>
                <a:gd name="connsiteX3" fmla="*/ 0 w 6838726"/>
                <a:gd name="connsiteY3" fmla="*/ 6836433 h 6853468"/>
                <a:gd name="connsiteX4" fmla="*/ 0 w 6838726"/>
                <a:gd name="connsiteY4" fmla="*/ 0 h 6853468"/>
                <a:gd name="connsiteX0-1" fmla="*/ 15156 w 6853882"/>
                <a:gd name="connsiteY0-2" fmla="*/ 0 h 6861693"/>
                <a:gd name="connsiteX1-3" fmla="*/ 6853882 w 6853882"/>
                <a:gd name="connsiteY1-4" fmla="*/ 20138 h 6861693"/>
                <a:gd name="connsiteX2-5" fmla="*/ 3449552 w 6853882"/>
                <a:gd name="connsiteY2-6" fmla="*/ 6853468 h 6861693"/>
                <a:gd name="connsiteX3-7" fmla="*/ 0 w 6853882"/>
                <a:gd name="connsiteY3-8" fmla="*/ 6861693 h 6861693"/>
                <a:gd name="connsiteX4-9" fmla="*/ 15156 w 6853882"/>
                <a:gd name="connsiteY4-10" fmla="*/ 0 h 6861693"/>
                <a:gd name="connsiteX0-11" fmla="*/ 15156 w 6853882"/>
                <a:gd name="connsiteY0-12" fmla="*/ 0 h 6863572"/>
                <a:gd name="connsiteX1-13" fmla="*/ 6853882 w 6853882"/>
                <a:gd name="connsiteY1-14" fmla="*/ 20138 h 6863572"/>
                <a:gd name="connsiteX2-15" fmla="*/ 3444500 w 6853882"/>
                <a:gd name="connsiteY2-16" fmla="*/ 6863572 h 6863572"/>
                <a:gd name="connsiteX3-17" fmla="*/ 0 w 6853882"/>
                <a:gd name="connsiteY3-18" fmla="*/ 6861693 h 6863572"/>
                <a:gd name="connsiteX4-19" fmla="*/ 15156 w 6853882"/>
                <a:gd name="connsiteY4-20" fmla="*/ 0 h 6863572"/>
                <a:gd name="connsiteX0-21" fmla="*/ 0 w 6866861"/>
                <a:gd name="connsiteY0-22" fmla="*/ 0 h 6856528"/>
                <a:gd name="connsiteX1-23" fmla="*/ 6866861 w 6866861"/>
                <a:gd name="connsiteY1-24" fmla="*/ 13094 h 6856528"/>
                <a:gd name="connsiteX2-25" fmla="*/ 3457479 w 6866861"/>
                <a:gd name="connsiteY2-26" fmla="*/ 6856528 h 6856528"/>
                <a:gd name="connsiteX3-27" fmla="*/ 12979 w 6866861"/>
                <a:gd name="connsiteY3-28" fmla="*/ 6854649 h 6856528"/>
                <a:gd name="connsiteX4-29" fmla="*/ 0 w 6866861"/>
                <a:gd name="connsiteY4-30" fmla="*/ 0 h 6856528"/>
                <a:gd name="connsiteX0-31" fmla="*/ 0 w 6893137"/>
                <a:gd name="connsiteY0-32" fmla="*/ 7922 h 6864450"/>
                <a:gd name="connsiteX1-33" fmla="*/ 6893137 w 6893137"/>
                <a:gd name="connsiteY1-34" fmla="*/ 0 h 6864450"/>
                <a:gd name="connsiteX2-35" fmla="*/ 3457479 w 6893137"/>
                <a:gd name="connsiteY2-36" fmla="*/ 6864450 h 6864450"/>
                <a:gd name="connsiteX3-37" fmla="*/ 12979 w 6893137"/>
                <a:gd name="connsiteY3-38" fmla="*/ 6862571 h 6864450"/>
                <a:gd name="connsiteX4-39" fmla="*/ 0 w 6893137"/>
                <a:gd name="connsiteY4-40" fmla="*/ 7922 h 6864450"/>
                <a:gd name="connsiteX0-41" fmla="*/ 0 w 6897755"/>
                <a:gd name="connsiteY0-42" fmla="*/ 0 h 6870380"/>
                <a:gd name="connsiteX1-43" fmla="*/ 6897755 w 6897755"/>
                <a:gd name="connsiteY1-44" fmla="*/ 5930 h 6870380"/>
                <a:gd name="connsiteX2-45" fmla="*/ 3462097 w 6897755"/>
                <a:gd name="connsiteY2-46" fmla="*/ 6870380 h 6870380"/>
                <a:gd name="connsiteX3-47" fmla="*/ 17597 w 6897755"/>
                <a:gd name="connsiteY3-48" fmla="*/ 6868501 h 6870380"/>
                <a:gd name="connsiteX4-49" fmla="*/ 0 w 6897755"/>
                <a:gd name="connsiteY4-50" fmla="*/ 0 h 68703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97755" h="6870380">
                  <a:moveTo>
                    <a:pt x="0" y="0"/>
                  </a:moveTo>
                  <a:lnTo>
                    <a:pt x="6897755" y="5930"/>
                  </a:lnTo>
                  <a:lnTo>
                    <a:pt x="3462097" y="6870380"/>
                  </a:lnTo>
                  <a:lnTo>
                    <a:pt x="17597" y="6868501"/>
                  </a:lnTo>
                  <a:cubicBezTo>
                    <a:pt x="13271" y="4583618"/>
                    <a:pt x="4326" y="2284883"/>
                    <a:pt x="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3" name="三角形 12"/>
            <p:cNvSpPr/>
            <p:nvPr userDrawn="1"/>
          </p:nvSpPr>
          <p:spPr>
            <a:xfrm>
              <a:off x="3641197" y="5941716"/>
              <a:ext cx="911753" cy="91175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4" name="三角形 13"/>
            <p:cNvSpPr/>
            <p:nvPr userDrawn="1"/>
          </p:nvSpPr>
          <p:spPr>
            <a:xfrm rot="10800000">
              <a:off x="4944403" y="174432"/>
              <a:ext cx="1590022" cy="1590022"/>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grpSp>
      <p:sp>
        <p:nvSpPr>
          <p:cNvPr id="4" name="灯片编号占位符 3"/>
          <p:cNvSpPr>
            <a:spLocks noGrp="1"/>
          </p:cNvSpPr>
          <p:nvPr>
            <p:ph type="sldNum" sz="quarter" idx="12"/>
          </p:nvPr>
        </p:nvSpPr>
        <p:spPr>
          <a:xfrm>
            <a:off x="10993582" y="6446838"/>
            <a:ext cx="780010" cy="365125"/>
          </a:xfrm>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t>‹#›</a:t>
            </a:fld>
            <a:endParaRPr lang="zh-CN" altLang="en-US" noProof="0" dirty="0"/>
          </a:p>
        </p:txBody>
      </p:sp>
      <p:sp>
        <p:nvSpPr>
          <p:cNvPr id="10" name="标题 1"/>
          <p:cNvSpPr>
            <a:spLocks noGrp="1"/>
          </p:cNvSpPr>
          <p:nvPr>
            <p:ph type="title" hasCustomPrompt="1"/>
          </p:nvPr>
        </p:nvSpPr>
        <p:spPr>
          <a:xfrm>
            <a:off x="7775272" y="1954400"/>
            <a:ext cx="3889053" cy="3002359"/>
          </a:xfrm>
        </p:spPr>
        <p:txBody>
          <a:bodyPr rtlCol="0" anchor="ctr"/>
          <a:lstStyle>
            <a:lvl1pPr algn="ctr">
              <a:defRPr>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dirty="0"/>
              <a:t>在此处输入标题</a:t>
            </a:r>
          </a:p>
        </p:txBody>
      </p:sp>
      <p:sp>
        <p:nvSpPr>
          <p:cNvPr id="9" name="三角形 8"/>
          <p:cNvSpPr/>
          <p:nvPr userDrawn="1"/>
        </p:nvSpPr>
        <p:spPr>
          <a:xfrm rot="16200000">
            <a:off x="11604063" y="316289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4" name="日期占位符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latin typeface="Microsoft YaHei UI" panose="020B0503020204020204" pitchFamily="34" charset="-122"/>
                <a:ea typeface="Microsoft YaHei UI" panose="020B0503020204020204" pitchFamily="34" charset="-122"/>
              </a:defRPr>
            </a:lvl1pPr>
          </a:lstStyle>
          <a:p>
            <a:fld id="{A1B21E73-9847-4CF0-96C6-5E2EFDF0CEEB}" type="datetime1">
              <a:rPr lang="zh-CN" altLang="en-US" noProof="0" smtClean="0"/>
              <a:t>2026.8.30</a:t>
            </a:fld>
            <a:endParaRPr lang="zh-CN" altLang="en-US" noProof="0" dirty="0"/>
          </a:p>
        </p:txBody>
      </p:sp>
      <p:sp>
        <p:nvSpPr>
          <p:cNvPr id="5" name="页脚占位符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1050">
                <a:solidFill>
                  <a:srgbClr val="FFFFFF"/>
                </a:solidFill>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t>‹#›</a:t>
            </a:fld>
            <a:endParaRPr lang="zh-CN" altLang="en-US" noProof="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l" defTabSz="914400" rtl="0" eaLnBrk="1" latinLnBrk="0" hangingPunct="1">
        <a:lnSpc>
          <a:spcPct val="90000"/>
        </a:lnSpc>
        <a:spcBef>
          <a:spcPct val="0"/>
        </a:spcBef>
        <a:buNone/>
        <a:defRPr sz="4800" kern="1200" spc="-50" baseline="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8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4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4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4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8.jpeg"/><Relationship Id="rId4" Type="http://schemas.openxmlformats.org/officeDocument/2006/relationships/slide" Target="slide10.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audio" Target="../media/audio1.wav"/><Relationship Id="rId1" Type="http://schemas.openxmlformats.org/officeDocument/2006/relationships/slideLayout" Target="../slideLayouts/slideLayout14.xml"/><Relationship Id="rId6" Type="http://schemas.openxmlformats.org/officeDocument/2006/relationships/image" Target="../media/image12.jp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microsoft.com/office/2007/relationships/media" Target="../media/media2.m4a"/><Relationship Id="rId7" Type="http://schemas.openxmlformats.org/officeDocument/2006/relationships/image" Target="../media/image1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4.png"/><Relationship Id="rId5" Type="http://schemas.openxmlformats.org/officeDocument/2006/relationships/slideLayout" Target="../slideLayouts/slideLayout13.xml"/><Relationship Id="rId4" Type="http://schemas.openxmlformats.org/officeDocument/2006/relationships/audio" Target="../media/media2.m4a"/></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D244283-8FBE-2802-1933-DD2EAF6AF348}"/>
              </a:ext>
            </a:extLst>
          </p:cNvPr>
          <p:cNvSpPr>
            <a:spLocks noGrp="1"/>
          </p:cNvSpPr>
          <p:nvPr>
            <p:ph idx="1"/>
          </p:nvPr>
        </p:nvSpPr>
        <p:spPr/>
        <p:txBody>
          <a:bodyPr/>
          <a:lstStyle/>
          <a:p>
            <a:endParaRPr lang="zh-CN" altLang="en-US"/>
          </a:p>
        </p:txBody>
      </p:sp>
      <p:sp>
        <p:nvSpPr>
          <p:cNvPr id="3" name="标题 2">
            <a:extLst>
              <a:ext uri="{FF2B5EF4-FFF2-40B4-BE49-F238E27FC236}">
                <a16:creationId xmlns:a16="http://schemas.microsoft.com/office/drawing/2014/main" id="{B51448F0-3421-0218-4D1E-4D3F698B7A25}"/>
              </a:ext>
            </a:extLst>
          </p:cNvPr>
          <p:cNvSpPr>
            <a:spLocks noGrp="1"/>
          </p:cNvSpPr>
          <p:nvPr>
            <p:ph type="title"/>
          </p:nvPr>
        </p:nvSpPr>
        <p:spPr/>
        <p:txBody>
          <a:bodyPr/>
          <a:lstStyle/>
          <a:p>
            <a:endParaRPr lang="zh-CN" altLang="en-US"/>
          </a:p>
        </p:txBody>
      </p:sp>
      <p:sp>
        <p:nvSpPr>
          <p:cNvPr id="4" name="图片占位符 3">
            <a:extLst>
              <a:ext uri="{FF2B5EF4-FFF2-40B4-BE49-F238E27FC236}">
                <a16:creationId xmlns:a16="http://schemas.microsoft.com/office/drawing/2014/main" id="{EB405626-28EA-7900-4932-37E86DD16991}"/>
              </a:ext>
            </a:extLst>
          </p:cNvPr>
          <p:cNvSpPr>
            <a:spLocks noGrp="1" noChangeAspect="1"/>
          </p:cNvSpPr>
          <p:nvPr>
            <p:ph type="pic" sz="quarter" idx="13"/>
          </p:nvPr>
        </p:nvSpPr>
        <p:spPr/>
      </p:sp>
      <p:pic>
        <p:nvPicPr>
          <p:cNvPr id="6" name="图片 5">
            <a:extLst>
              <a:ext uri="{FF2B5EF4-FFF2-40B4-BE49-F238E27FC236}">
                <a16:creationId xmlns:a16="http://schemas.microsoft.com/office/drawing/2014/main" id="{6C812901-A14F-1495-09B2-7FA1A8B66734}"/>
              </a:ext>
            </a:extLst>
          </p:cNvPr>
          <p:cNvPicPr>
            <a:picLocks noChangeAspect="1"/>
          </p:cNvPicPr>
          <p:nvPr/>
        </p:nvPicPr>
        <p:blipFill>
          <a:blip r:embed="rId2"/>
          <a:stretch>
            <a:fillRect/>
          </a:stretch>
        </p:blipFill>
        <p:spPr>
          <a:xfrm>
            <a:off x="0" y="-381000"/>
            <a:ext cx="12192000" cy="7620000"/>
          </a:xfrm>
          <a:prstGeom prst="rect">
            <a:avLst/>
          </a:prstGeom>
        </p:spPr>
      </p:pic>
    </p:spTree>
    <p:extLst>
      <p:ext uri="{BB962C8B-B14F-4D97-AF65-F5344CB8AC3E}">
        <p14:creationId xmlns:p14="http://schemas.microsoft.com/office/powerpoint/2010/main" val="495755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6700013" y="-116422"/>
            <a:ext cx="4845068" cy="1858617"/>
          </a:xfrm>
        </p:spPr>
        <p:txBody>
          <a:bodyPr rtlCol="0"/>
          <a:lstStyle/>
          <a:p>
            <a:pPr rtl="0"/>
            <a:r>
              <a:rPr lang="zh-CN" altLang="en-US" b="1" dirty="0">
                <a:latin typeface="萍方0" panose="020B0300000000000000" pitchFamily="34" charset="-122"/>
                <a:ea typeface="萍方0" panose="020B0300000000000000" pitchFamily="34" charset="-122"/>
              </a:rPr>
              <a:t>引言</a:t>
            </a:r>
          </a:p>
        </p:txBody>
      </p:sp>
      <p:sp>
        <p:nvSpPr>
          <p:cNvPr id="10" name="内容占位符 9"/>
          <p:cNvSpPr>
            <a:spLocks noGrp="1"/>
          </p:cNvSpPr>
          <p:nvPr>
            <p:ph idx="1"/>
          </p:nvPr>
        </p:nvSpPr>
        <p:spPr>
          <a:xfrm>
            <a:off x="6174657" y="2251526"/>
            <a:ext cx="5449081" cy="4773736"/>
          </a:xfrm>
        </p:spPr>
        <p:txBody>
          <a:bodyPr rtlCol="0">
            <a:normAutofit/>
          </a:bodyPr>
          <a:lstStyle/>
          <a:p>
            <a:pPr algn="just"/>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在心理学领域，情感投射效应是一种常见的心理现象，即个体将内在的情感、欲望或恐惧投射到他人身上，认为他人也具有与自己相似的情感和反应。与此同时，同性恋作为性取向的一种，长期以来在全球范围内都面临着认知偏见、歧视和排斥等问题。本文将探讨情感投射效应与同性恋之间的微妙关系，分析这种效应如何影响人们对同性恋的认知和态度，并提出一些缓解策略。</a:t>
            </a:r>
          </a:p>
        </p:txBody>
      </p:sp>
      <p:pic>
        <p:nvPicPr>
          <p:cNvPr id="28" name="图片占位符 27" descr="看向下方的女士"/>
          <p:cNvPicPr>
            <a:picLocks noGrp="1" noChangeAspect="1"/>
          </p:cNvPicPr>
          <p:nvPr>
            <p:ph type="pic" sz="quarter" idx="13"/>
          </p:nvPr>
        </p:nvPicPr>
        <p:blipFill rotWithShape="1">
          <a:blip r:embed="rId3" cstate="screen">
            <a:grayscl/>
          </a:blip>
          <a:srcRect/>
          <a:stretch>
            <a:fillRect/>
          </a:stretch>
        </p:blipFill>
        <p:spPr>
          <a:xfrm flipH="1">
            <a:off x="444819" y="597553"/>
            <a:ext cx="6063915" cy="6063915"/>
          </a:xfr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02434" y="-929309"/>
            <a:ext cx="3815484" cy="1858617"/>
          </a:xfrm>
        </p:spPr>
        <p:txBody>
          <a:bodyPr rtlCol="0"/>
          <a:lstStyle/>
          <a:p>
            <a:pPr rtl="0"/>
            <a:r>
              <a:rPr lang="zh-CN" altLang="en-US" b="1" dirty="0">
                <a:solidFill>
                  <a:schemeClr val="tx1"/>
                </a:solidFill>
                <a:latin typeface="神仙Guka" panose="02010600010101010101" pitchFamily="2" charset="-122"/>
                <a:ea typeface="神仙Guka" panose="02010600010101010101" pitchFamily="2" charset="-122"/>
              </a:rPr>
              <a:t>定义</a:t>
            </a:r>
          </a:p>
        </p:txBody>
      </p:sp>
      <p:sp>
        <p:nvSpPr>
          <p:cNvPr id="6" name="内容占位符 5"/>
          <p:cNvSpPr>
            <a:spLocks noGrp="1"/>
          </p:cNvSpPr>
          <p:nvPr>
            <p:ph idx="1"/>
          </p:nvPr>
        </p:nvSpPr>
        <p:spPr>
          <a:xfrm>
            <a:off x="7613981" y="3033610"/>
            <a:ext cx="4302716" cy="3657150"/>
          </a:xfrm>
        </p:spPr>
        <p:txBody>
          <a:bodyPr rtlCol="0">
            <a:normAutofit/>
          </a:bodyPr>
          <a:lstStyle/>
          <a:p>
            <a:pPr marL="0" indent="0" rtl="0">
              <a:buNone/>
            </a:pPr>
            <a:r>
              <a:rPr lang="zh-CN" altLang="en-US" dirty="0">
                <a:latin typeface="Microsoft YaHei UI" panose="020B0503020204020204" pitchFamily="34" charset="-122"/>
                <a:ea typeface="Microsoft YaHei UI" panose="020B0503020204020204" pitchFamily="34" charset="-122"/>
              </a:rPr>
              <a:t>心理学家罗斯做过一个实验来研究投射效应，在</a:t>
            </a:r>
            <a:r>
              <a:rPr lang="en-US" altLang="zh-CN" dirty="0">
                <a:latin typeface="Microsoft YaHei UI" panose="020B0503020204020204" pitchFamily="34" charset="-122"/>
                <a:ea typeface="Microsoft YaHei UI" panose="020B0503020204020204" pitchFamily="34" charset="-122"/>
              </a:rPr>
              <a:t>80</a:t>
            </a:r>
            <a:r>
              <a:rPr lang="zh-CN" altLang="en-US" dirty="0">
                <a:latin typeface="Microsoft YaHei UI" panose="020B0503020204020204" pitchFamily="34" charset="-122"/>
                <a:ea typeface="Microsoft YaHei UI" panose="020B0503020204020204" pitchFamily="34" charset="-122"/>
              </a:rPr>
              <a:t>名参加实验的大学生中征求意见，问他们是否愿意背着一块大牌子在校园里走动。结果，</a:t>
            </a:r>
            <a:r>
              <a:rPr lang="en-US" altLang="zh-CN" dirty="0">
                <a:latin typeface="Microsoft YaHei UI" panose="020B0503020204020204" pitchFamily="34" charset="-122"/>
                <a:ea typeface="Microsoft YaHei UI" panose="020B0503020204020204" pitchFamily="34" charset="-122"/>
              </a:rPr>
              <a:t>48</a:t>
            </a:r>
            <a:r>
              <a:rPr lang="zh-CN" altLang="en-US" dirty="0">
                <a:latin typeface="Microsoft YaHei UI" panose="020B0503020204020204" pitchFamily="34" charset="-122"/>
                <a:ea typeface="Microsoft YaHei UI" panose="020B0503020204020204" pitchFamily="34" charset="-122"/>
              </a:rPr>
              <a:t>名大学生同意背牌子在校园内走动，并且认为大部分学生都会乐意背，而拒绝背牌的学生则普遍认为，只有少数学生愿意背。可见，这些学生将自己的态度投射到其他学生身上。</a:t>
            </a:r>
          </a:p>
        </p:txBody>
      </p:sp>
      <p:pic>
        <p:nvPicPr>
          <p:cNvPr id="12" name="图片占位符 11" descr="留影的女士"/>
          <p:cNvPicPr>
            <a:picLocks noGrp="1" noChangeAspect="1"/>
          </p:cNvPicPr>
          <p:nvPr>
            <p:ph type="pic" sz="quarter" idx="13"/>
          </p:nvPr>
        </p:nvPicPr>
        <p:blipFill rotWithShape="1">
          <a:blip r:embed="rId3" cstate="screen">
            <a:grayscl/>
          </a:blip>
          <a:srcRect/>
          <a:stretch>
            <a:fillRect/>
          </a:stretch>
        </p:blipFill>
        <p:spPr>
          <a:xfrm>
            <a:off x="2569281" y="330912"/>
            <a:ext cx="6217440" cy="6217440"/>
          </a:xfrm>
        </p:spPr>
      </p:pic>
      <p:sp>
        <p:nvSpPr>
          <p:cNvPr id="2" name="文本框 1"/>
          <p:cNvSpPr txBox="1"/>
          <p:nvPr/>
        </p:nvSpPr>
        <p:spPr>
          <a:xfrm>
            <a:off x="275303" y="1071716"/>
            <a:ext cx="2654710" cy="3416320"/>
          </a:xfrm>
          <a:prstGeom prst="rect">
            <a:avLst/>
          </a:prstGeom>
          <a:noFill/>
        </p:spPr>
        <p:txBody>
          <a:bodyPr wrap="square" rtlCol="0">
            <a:spAutoFit/>
          </a:bodyPr>
          <a:lstStyle/>
          <a:p>
            <a:r>
              <a:rPr lang="zh-CN" altLang="zh-CN" sz="1800" kern="100" dirty="0">
                <a:effectLst/>
                <a:latin typeface="MiSans regular" panose="00000500000000000000" pitchFamily="2" charset="-122"/>
                <a:ea typeface="MiSans regular" panose="00000500000000000000" pitchFamily="2" charset="-122"/>
                <a:cs typeface="Times New Roman" panose="02020603050405020304" pitchFamily="18" charset="0"/>
              </a:rPr>
              <a:t>情感投射效应，也称为情感共鸣或情感转移，是指个体将内在的情感投射到他人身上，认为他人也具有与自己相似的情感和反应。这一现象在日常生活中非常常见，例如，当我们感到孤独时，可能会认为他人也感到孤独；当我们感到焦虑时，可能会认为他人也感到焦虑。</a:t>
            </a:r>
            <a:endParaRPr lang="en-US" altLang="zh-CN" sz="1800" kern="100" dirty="0">
              <a:effectLst/>
              <a:latin typeface="MiSans regular" panose="00000500000000000000" pitchFamily="2" charset="-122"/>
              <a:ea typeface="MiSans regular" panose="00000500000000000000" pitchFamily="2" charset="-122"/>
              <a:cs typeface="Times New Roman" panose="02020603050405020304" pitchFamily="18" charset="0"/>
            </a:endParaRPr>
          </a:p>
        </p:txBody>
      </p:sp>
      <p:sp>
        <p:nvSpPr>
          <p:cNvPr id="3" name="文本框 2"/>
          <p:cNvSpPr txBox="1"/>
          <p:nvPr/>
        </p:nvSpPr>
        <p:spPr>
          <a:xfrm>
            <a:off x="2750751" y="4105437"/>
            <a:ext cx="2966280" cy="2585323"/>
          </a:xfrm>
          <a:prstGeom prst="rect">
            <a:avLst/>
          </a:prstGeom>
          <a:noFill/>
        </p:spPr>
        <p:txBody>
          <a:bodyPr wrap="square" rtlCol="0">
            <a:spAutoFit/>
          </a:bodyPr>
          <a:lstStyle/>
          <a:p>
            <a:pPr algn="just"/>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同</a:t>
            </a:r>
            <a:endPar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6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性恋</a:t>
            </a:r>
            <a:endPar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6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是指个体</a:t>
            </a:r>
            <a:endPar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6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对同性别成</a:t>
            </a:r>
            <a:endPar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6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员产生情感吸</a:t>
            </a:r>
            <a:endPar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6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引、性吸引以及</a:t>
            </a:r>
            <a:endPar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6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与之建立亲密关系</a:t>
            </a:r>
            <a:endPar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6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的</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行为</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。在全球范围</a:t>
            </a:r>
            <a:endPar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6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内，同性恋者面临着来自</a:t>
            </a:r>
            <a:endPar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社会的偏见和排斥等问题</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p:txBody>
      </p:sp>
      <p:sp>
        <p:nvSpPr>
          <p:cNvPr id="4" name="内容占位符 5"/>
          <p:cNvSpPr txBox="1"/>
          <p:nvPr/>
        </p:nvSpPr>
        <p:spPr>
          <a:xfrm>
            <a:off x="8568792" y="926515"/>
            <a:ext cx="3430921" cy="2107095"/>
          </a:xfrm>
          <a:prstGeom prst="rect">
            <a:avLst/>
          </a:prstGeom>
        </p:spPr>
        <p:txBody>
          <a:bodyPr vert="horz" lIns="0" tIns="45720" rIns="0" bIns="45720" rtlCol="0">
            <a:normAutofit/>
          </a:bodyPr>
          <a:lstStyle>
            <a:lvl1pPr marL="182880" indent="-182880" algn="ctr" defTabSz="914400" rtl="0" eaLnBrk="1" latinLnBrk="0" hangingPunct="1">
              <a:lnSpc>
                <a:spcPct val="100000"/>
              </a:lnSpc>
              <a:spcBef>
                <a:spcPts val="1200"/>
              </a:spcBef>
              <a:spcAft>
                <a:spcPts val="200"/>
              </a:spcAft>
              <a:buClr>
                <a:srgbClr val="C5AE76"/>
              </a:buClr>
              <a:buSzPct val="100000"/>
              <a:buFont typeface="Arial" panose="020B0604020202020204" pitchFamily="34" charset="0"/>
              <a:buChar char="•"/>
              <a:defRPr sz="2000" kern="1200">
                <a:solidFill>
                  <a:schemeClr val="bg1"/>
                </a:solidFill>
                <a:latin typeface="Microsoft YaHei UI" panose="020B0503020204020204" pitchFamily="34" charset="-122"/>
                <a:ea typeface="Microsoft YaHei UI" panose="020B0503020204020204" pitchFamily="34" charset="-122"/>
                <a:cs typeface="+mn-cs"/>
              </a:defRPr>
            </a:lvl1pPr>
            <a:lvl2pPr marL="384175" indent="-182880" algn="ctr" defTabSz="914400" rtl="0" eaLnBrk="1" latinLnBrk="0" hangingPunct="1">
              <a:lnSpc>
                <a:spcPct val="100000"/>
              </a:lnSpc>
              <a:spcBef>
                <a:spcPts val="200"/>
              </a:spcBef>
              <a:spcAft>
                <a:spcPts val="400"/>
              </a:spcAft>
              <a:buClr>
                <a:srgbClr val="C5AE76"/>
              </a:buClr>
              <a:buFont typeface="Arial" panose="020B0604020202020204" pitchFamily="34" charset="0"/>
              <a:buChar char="•"/>
              <a:defRPr sz="1800" kern="1200">
                <a:solidFill>
                  <a:schemeClr val="bg1"/>
                </a:solidFill>
                <a:latin typeface="Microsoft YaHei UI" panose="020B0503020204020204" pitchFamily="34" charset="-122"/>
                <a:ea typeface="Microsoft YaHei UI" panose="020B0503020204020204" pitchFamily="34" charset="-122"/>
                <a:cs typeface="+mn-cs"/>
              </a:defRPr>
            </a:lvl2pPr>
            <a:lvl3pPr marL="567055" indent="-182880" algn="ctr" defTabSz="914400" rtl="0" eaLnBrk="1" latinLnBrk="0" hangingPunct="1">
              <a:lnSpc>
                <a:spcPct val="100000"/>
              </a:lnSpc>
              <a:spcBef>
                <a:spcPts val="200"/>
              </a:spcBef>
              <a:spcAft>
                <a:spcPts val="400"/>
              </a:spcAft>
              <a:buClr>
                <a:srgbClr val="C5AE76"/>
              </a:buClr>
              <a:buFont typeface="Arial" panose="020B0604020202020204" pitchFamily="34" charset="0"/>
              <a:buChar char="•"/>
              <a:defRPr sz="1400" kern="1200">
                <a:solidFill>
                  <a:schemeClr val="bg1"/>
                </a:solidFill>
                <a:latin typeface="Microsoft YaHei UI" panose="020B0503020204020204" pitchFamily="34" charset="-122"/>
                <a:ea typeface="Microsoft YaHei UI" panose="020B0503020204020204" pitchFamily="34" charset="-122"/>
                <a:cs typeface="+mn-cs"/>
              </a:defRPr>
            </a:lvl3pPr>
            <a:lvl4pPr marL="749935" indent="-182880" algn="ctr" defTabSz="914400" rtl="0" eaLnBrk="1" latinLnBrk="0" hangingPunct="1">
              <a:lnSpc>
                <a:spcPct val="100000"/>
              </a:lnSpc>
              <a:spcBef>
                <a:spcPts val="200"/>
              </a:spcBef>
              <a:spcAft>
                <a:spcPts val="400"/>
              </a:spcAft>
              <a:buClr>
                <a:srgbClr val="C5AE76"/>
              </a:buClr>
              <a:buFont typeface="Arial" panose="020B0604020202020204" pitchFamily="34" charset="0"/>
              <a:buChar char="•"/>
              <a:defRPr sz="1400" kern="1200">
                <a:solidFill>
                  <a:schemeClr val="bg1"/>
                </a:solidFill>
                <a:latin typeface="Microsoft YaHei UI" panose="020B0503020204020204" pitchFamily="34" charset="-122"/>
                <a:ea typeface="Microsoft YaHei UI" panose="020B0503020204020204" pitchFamily="34" charset="-122"/>
                <a:cs typeface="+mn-cs"/>
              </a:defRPr>
            </a:lvl4pPr>
            <a:lvl5pPr marL="932815" indent="-182880" algn="ctr" defTabSz="914400" rtl="0" eaLnBrk="1" latinLnBrk="0" hangingPunct="1">
              <a:lnSpc>
                <a:spcPct val="100000"/>
              </a:lnSpc>
              <a:spcBef>
                <a:spcPts val="200"/>
              </a:spcBef>
              <a:spcAft>
                <a:spcPts val="400"/>
              </a:spcAft>
              <a:buClr>
                <a:srgbClr val="C5AE76"/>
              </a:buClr>
              <a:buFont typeface="Arial" panose="020B0604020202020204" pitchFamily="34" charset="0"/>
              <a:buChar char="•"/>
              <a:defRPr sz="1400" kern="1200">
                <a:solidFill>
                  <a:schemeClr val="bg1"/>
                </a:solidFill>
                <a:latin typeface="Microsoft YaHei UI" panose="020B0503020204020204" pitchFamily="34" charset="-122"/>
                <a:ea typeface="Microsoft YaHei UI" panose="020B0503020204020204" pitchFamily="34" charset="-122"/>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Font typeface="Arial" panose="020B0604020202020204" pitchFamily="34" charset="0"/>
              <a:buNone/>
            </a:pPr>
            <a:r>
              <a:rPr lang="zh-CN" altLang="en-US" dirty="0"/>
              <a:t>简单来说，投射效应是在人际认知过程中，人们常常假设他人与自己具有相同的属性、爱好、情感、倾向等，常常认为别人理所当然地知道自己心中的想法。</a:t>
            </a: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rtlCol="0"/>
          <a:lstStyle/>
          <a:p>
            <a:pPr rtl="0"/>
            <a:r>
              <a:rPr lang="zh-CN" altLang="en-US" dirty="0">
                <a:latin typeface="华文彩云" panose="02010800040101010101" pitchFamily="2" charset="-122"/>
                <a:ea typeface="华文彩云" panose="02010800040101010101" pitchFamily="2" charset="-122"/>
              </a:rPr>
              <a:t>概述</a:t>
            </a:r>
          </a:p>
        </p:txBody>
      </p:sp>
      <p:sp>
        <p:nvSpPr>
          <p:cNvPr id="5" name="文本占位符 4"/>
          <p:cNvSpPr>
            <a:spLocks noGrp="1"/>
          </p:cNvSpPr>
          <p:nvPr>
            <p:ph type="body" sz="quarter" idx="14"/>
          </p:nvPr>
        </p:nvSpPr>
        <p:spPr/>
        <p:txBody>
          <a:bodyPr rtlCol="0">
            <a:normAutofit/>
          </a:bodyPr>
          <a:lstStyle/>
          <a:p>
            <a:pPr algn="just"/>
            <a:r>
              <a:rPr lang="zh-CN" altLang="zh-CN" sz="1800" kern="100" dirty="0">
                <a:effectLst/>
                <a:cs typeface="Times New Roman" panose="02020603050405020304" pitchFamily="18" charset="0"/>
              </a:rPr>
              <a:t>研究现状</a:t>
            </a:r>
          </a:p>
          <a:p>
            <a:pPr algn="just"/>
            <a:r>
              <a:rPr lang="zh-CN" altLang="zh-CN" sz="1800" kern="100" dirty="0">
                <a:effectLst/>
                <a:cs typeface="Times New Roman" panose="02020603050405020304" pitchFamily="18" charset="0"/>
              </a:rPr>
              <a:t>心理分析</a:t>
            </a:r>
          </a:p>
          <a:p>
            <a:pPr algn="just"/>
            <a:r>
              <a:rPr lang="zh-CN" altLang="zh-CN" sz="1800" kern="100" dirty="0">
                <a:effectLst/>
                <a:cs typeface="Times New Roman" panose="02020603050405020304" pitchFamily="18" charset="0"/>
              </a:rPr>
              <a:t>社会角度</a:t>
            </a:r>
          </a:p>
          <a:p>
            <a:pPr algn="just"/>
            <a:r>
              <a:rPr lang="zh-CN" altLang="zh-CN" sz="1800" kern="100" dirty="0">
                <a:effectLst/>
                <a:cs typeface="Times New Roman" panose="02020603050405020304" pitchFamily="18" charset="0"/>
              </a:rPr>
              <a:t>治疗案例</a:t>
            </a:r>
          </a:p>
          <a:p>
            <a:pPr rtl="0"/>
            <a:r>
              <a:rPr lang="zh-CN" altLang="zh-CN" sz="1800" dirty="0">
                <a:effectLst/>
                <a:cs typeface="Times New Roman" panose="02020603050405020304" pitchFamily="18" charset="0"/>
              </a:rPr>
              <a:t>作用机制</a:t>
            </a:r>
            <a:endParaRPr lang="zh-CN" altLang="en-US" dirty="0"/>
          </a:p>
          <a:p>
            <a:pPr rtl="0"/>
            <a:r>
              <a:rPr lang="zh-CN" altLang="zh-CN" sz="1800" dirty="0">
                <a:effectLst/>
                <a:cs typeface="Times New Roman" panose="02020603050405020304" pitchFamily="18" charset="0"/>
              </a:rPr>
              <a:t>表现形式</a:t>
            </a:r>
            <a:endParaRPr lang="zh-CN" altLang="en-US" dirty="0"/>
          </a:p>
          <a:p>
            <a:pPr rtl="0"/>
            <a:r>
              <a:rPr lang="zh-CN" altLang="zh-CN" sz="1800" dirty="0">
                <a:effectLst/>
                <a:cs typeface="Times New Roman" panose="02020603050405020304" pitchFamily="18" charset="0"/>
              </a:rPr>
              <a:t>认知偏差</a:t>
            </a:r>
            <a:endParaRPr lang="en-US" altLang="zh-CN" sz="1800" dirty="0">
              <a:effectLst/>
              <a:cs typeface="Times New Roman" panose="02020603050405020304" pitchFamily="18" charset="0"/>
            </a:endParaRPr>
          </a:p>
          <a:p>
            <a:pPr rtl="0"/>
            <a:r>
              <a:rPr lang="zh-CN" altLang="zh-CN" sz="1800" dirty="0">
                <a:effectLst/>
                <a:cs typeface="Times New Roman" panose="02020603050405020304" pitchFamily="18" charset="0"/>
              </a:rPr>
              <a:t>社会认同</a:t>
            </a:r>
            <a:endParaRPr lang="zh-CN" altLang="en-US" dirty="0"/>
          </a:p>
          <a:p>
            <a:pPr rtl="0"/>
            <a:r>
              <a:rPr lang="zh-CN" altLang="zh-CN" sz="1800" dirty="0">
                <a:effectLst/>
                <a:cs typeface="Times New Roman" panose="02020603050405020304" pitchFamily="18" charset="0"/>
              </a:rPr>
              <a:t>亲密关系的建立</a:t>
            </a:r>
            <a:endParaRPr lang="zh-CN" altLang="en-US" dirty="0"/>
          </a:p>
        </p:txBody>
      </p:sp>
      <p:pic>
        <p:nvPicPr>
          <p:cNvPr id="26" name="图片占位符 25" descr="查看平板设备的女士"/>
          <p:cNvPicPr>
            <a:picLocks noGrp="1" noChangeAspect="1"/>
          </p:cNvPicPr>
          <p:nvPr>
            <p:ph type="pic" sz="quarter" idx="13"/>
          </p:nvPr>
        </p:nvPicPr>
        <p:blipFill rotWithShape="1">
          <a:blip r:embed="rId3" cstate="screen">
            <a:grayscl/>
          </a:blip>
          <a:srcRect/>
          <a:stretch>
            <a:fillRect/>
          </a:stretch>
        </p:blipFill>
        <p:spPr>
          <a:xfrm>
            <a:off x="-1" y="0"/>
            <a:ext cx="5123378" cy="6864485"/>
          </a:xfrm>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64934" y="773416"/>
            <a:ext cx="4253334" cy="5137917"/>
          </a:xfrm>
        </p:spPr>
        <p:txBody>
          <a:bodyPr rtlCol="0">
            <a:normAutofit fontScale="90000"/>
          </a:bodyPr>
          <a:lstStyle/>
          <a:p>
            <a:r>
              <a:rPr lang="zh-CN" altLang="en-US" sz="3300" b="0" i="0" dirty="0">
                <a:effectLst/>
                <a:latin typeface="+mj-ea"/>
                <a:ea typeface="+mj-ea"/>
              </a:rPr>
              <a:t>“我爱你</a:t>
            </a:r>
            <a:r>
              <a:rPr lang="en-US" altLang="zh-CN" sz="3300" b="0" i="0" dirty="0">
                <a:effectLst/>
                <a:latin typeface="+mj-ea"/>
                <a:ea typeface="+mj-ea"/>
              </a:rPr>
              <a:t>——</a:t>
            </a:r>
            <a:r>
              <a:rPr lang="zh-CN" altLang="en-US" sz="3300" b="0" i="0" dirty="0">
                <a:effectLst/>
                <a:latin typeface="+mj-ea"/>
                <a:ea typeface="+mj-ea"/>
              </a:rPr>
              <a:t>是你给予了我光明、是你，在黑暗中拉着我的手向我展示外面的世界、是你，在我孤独胆怯的夜晚、一直握着我的手一直陪伴着我。是你，用一个吻告诉我自己一直以来不是一个人。我任性的从你那里获得了太多太多</a:t>
            </a:r>
            <a:r>
              <a:rPr lang="en-US" altLang="zh-CN" sz="3300" b="0" i="0" dirty="0">
                <a:effectLst/>
                <a:latin typeface="+mj-ea"/>
                <a:ea typeface="+mj-ea"/>
              </a:rPr>
              <a:t>……</a:t>
            </a:r>
            <a:r>
              <a:rPr lang="zh-CN" altLang="en-US" sz="3300" b="0" i="0" dirty="0">
                <a:effectLst/>
                <a:latin typeface="+mj-ea"/>
                <a:ea typeface="+mj-ea"/>
              </a:rPr>
              <a:t>所以，我爱你，因为，因为是你</a:t>
            </a:r>
            <a:r>
              <a:rPr lang="zh-CN" altLang="en-US" sz="3300" dirty="0">
                <a:latin typeface="+mj-ea"/>
                <a:ea typeface="+mj-ea"/>
              </a:rPr>
              <a:t>给</a:t>
            </a:r>
            <a:r>
              <a:rPr lang="zh-CN" altLang="en-US" sz="3300" b="0" i="0" dirty="0">
                <a:effectLst/>
                <a:latin typeface="+mj-ea"/>
                <a:ea typeface="+mj-ea"/>
              </a:rPr>
              <a:t>了我一切。”</a:t>
            </a:r>
            <a:br>
              <a:rPr lang="zh-CN" altLang="en-US" sz="2400" b="0" i="0" dirty="0">
                <a:effectLst/>
                <a:latin typeface="+mj-ea"/>
                <a:ea typeface="+mj-ea"/>
              </a:rPr>
            </a:br>
            <a:br>
              <a:rPr lang="zh-CN" altLang="en-US" sz="3600" dirty="0">
                <a:latin typeface="+mj-ea"/>
                <a:ea typeface="+mj-ea"/>
              </a:rPr>
            </a:br>
            <a:endParaRPr lang="zh-CN" altLang="en-US" dirty="0">
              <a:solidFill>
                <a:srgbClr val="7030A0"/>
              </a:solidFill>
              <a:latin typeface="+mj-ea"/>
              <a:ea typeface="+mj-ea"/>
            </a:endParaRPr>
          </a:p>
        </p:txBody>
      </p:sp>
      <p:pic>
        <p:nvPicPr>
          <p:cNvPr id="4" name="图片 3" descr="卡通人物&#10;&#10;低可信度描述已自动生成"/>
          <p:cNvPicPr>
            <a:picLocks noChangeAspect="1"/>
          </p:cNvPicPr>
          <p:nvPr/>
        </p:nvPicPr>
        <p:blipFill>
          <a:blip r:embed="rId3"/>
          <a:stretch>
            <a:fillRect/>
          </a:stretch>
        </p:blipFill>
        <p:spPr>
          <a:xfrm>
            <a:off x="7373733" y="0"/>
            <a:ext cx="4818267" cy="6858000"/>
          </a:xfrm>
          <a:prstGeom prst="rect">
            <a:avLst/>
          </a:prstGeom>
        </p:spPr>
      </p:pic>
      <p:sp>
        <p:nvSpPr>
          <p:cNvPr id="9" name="文本框 8"/>
          <p:cNvSpPr txBox="1"/>
          <p:nvPr/>
        </p:nvSpPr>
        <p:spPr>
          <a:xfrm>
            <a:off x="5152103" y="5636031"/>
            <a:ext cx="6096000" cy="830997"/>
          </a:xfrm>
          <a:prstGeom prst="rect">
            <a:avLst/>
          </a:prstGeom>
          <a:noFill/>
        </p:spPr>
        <p:txBody>
          <a:bodyPr wrap="square">
            <a:spAutoFit/>
          </a:bodyPr>
          <a:lstStyle/>
          <a:p>
            <a:r>
              <a:rPr lang="en-US" altLang="zh-CN" sz="2400" dirty="0">
                <a:solidFill>
                  <a:srgbClr val="7030A0"/>
                </a:solidFill>
                <a:latin typeface="Microsoft YaHei UI" panose="020B0503020204020204" pitchFamily="34" charset="-122"/>
                <a:ea typeface="Microsoft YaHei UI" panose="020B0503020204020204" pitchFamily="34" charset="-122"/>
              </a:rPr>
              <a:t>- PowerPoint</a:t>
            </a:r>
          </a:p>
          <a:p>
            <a:r>
              <a:rPr lang="en-US" altLang="zh-CN" sz="2400" dirty="0">
                <a:solidFill>
                  <a:srgbClr val="7030A0"/>
                </a:solidFill>
                <a:latin typeface="Microsoft YaHei UI" panose="020B0503020204020204" pitchFamily="34" charset="-122"/>
                <a:ea typeface="Microsoft YaHei UI" panose="020B0503020204020204" pitchFamily="34" charset="-122"/>
              </a:rPr>
              <a:t>   by Reality</a:t>
            </a:r>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rtlCol="0">
            <a:normAutofit/>
          </a:bodyPr>
          <a:lstStyle/>
          <a:p>
            <a:pPr rtl="0"/>
            <a:r>
              <a:rPr lang="zh-CN" altLang="en-US" sz="2000" dirty="0">
                <a:latin typeface="Microsoft YaHei UI" panose="020B0503020204020204" pitchFamily="34" charset="-122"/>
                <a:ea typeface="Microsoft YaHei UI" panose="020B0503020204020204" pitchFamily="34" charset="-122"/>
              </a:rPr>
              <a:t>关于情感投射效应与同性恋关系的研究尚处于起步阶段，但已有一些研究表明这两者之间存在密切联系。例如，一项研究发现，当个体面临内心矛盾或冲突时，他们更有可能将情感投射到同性恋者身上，从而加剧对同性恋者的歧视和排斥。另一项研究则发现，当个体能够意识到自己的情感投射效应时，他们更有可能减少对同性恋者的偏见和歧视。</a:t>
            </a:r>
          </a:p>
        </p:txBody>
      </p:sp>
      <p:sp>
        <p:nvSpPr>
          <p:cNvPr id="2" name="标题 1"/>
          <p:cNvSpPr>
            <a:spLocks noGrp="1"/>
          </p:cNvSpPr>
          <p:nvPr>
            <p:ph type="title"/>
          </p:nvPr>
        </p:nvSpPr>
        <p:spPr/>
        <p:txBody>
          <a:bodyPr rtlCol="0" anchor="ctr">
            <a:normAutofit/>
          </a:bodyPr>
          <a:lstStyle/>
          <a:p>
            <a:pPr rtl="0"/>
            <a:r>
              <a:rPr lang="zh-CN" altLang="en-US" sz="3200" dirty="0">
                <a:solidFill>
                  <a:srgbClr val="FFFEFF"/>
                </a:solidFill>
                <a:latin typeface="Microsoft YaHei UI" panose="020B0503020204020204" pitchFamily="34" charset="-122"/>
                <a:ea typeface="Microsoft YaHei UI" panose="020B0503020204020204" pitchFamily="34" charset="-122"/>
              </a:rPr>
              <a:t>研究现状</a:t>
            </a:r>
          </a:p>
        </p:txBody>
      </p:sp>
      <p:sp>
        <p:nvSpPr>
          <p:cNvPr id="4" name="标题 1"/>
          <p:cNvSpPr txBox="1"/>
          <p:nvPr/>
        </p:nvSpPr>
        <p:spPr>
          <a:xfrm>
            <a:off x="869575" y="3429000"/>
            <a:ext cx="10452849" cy="7212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800" kern="1200" spc="-50" baseline="0">
                <a:solidFill>
                  <a:schemeClr val="bg1"/>
                </a:solidFill>
                <a:latin typeface="Microsoft YaHei UI" panose="020B0503020204020204" pitchFamily="34" charset="-122"/>
                <a:ea typeface="Microsoft YaHei UI" panose="020B0503020204020204" pitchFamily="34" charset="-122"/>
                <a:cs typeface="+mj-cs"/>
              </a:defRPr>
            </a:lvl1pPr>
          </a:lstStyle>
          <a:p>
            <a:r>
              <a:rPr lang="zh-CN" altLang="en-US" sz="3200" dirty="0">
                <a:solidFill>
                  <a:srgbClr val="FFFEFF"/>
                </a:solidFill>
              </a:rPr>
              <a:t>心理分析</a:t>
            </a:r>
          </a:p>
        </p:txBody>
      </p:sp>
      <p:sp>
        <p:nvSpPr>
          <p:cNvPr id="5" name="内容占位符 2"/>
          <p:cNvSpPr txBox="1"/>
          <p:nvPr/>
        </p:nvSpPr>
        <p:spPr>
          <a:xfrm>
            <a:off x="869576" y="4198376"/>
            <a:ext cx="10452848" cy="3933150"/>
          </a:xfrm>
          <a:prstGeom prst="rect">
            <a:avLst/>
          </a:prstGeom>
        </p:spPr>
        <p:txBody>
          <a:bodyPr vert="horz" lIns="0" tIns="45720" rIns="0" bIns="45720" rtlCol="0">
            <a:normAutofit/>
          </a:bodyPr>
          <a:lstStyle>
            <a:lvl1pPr marL="342900" indent="-342900" algn="l" defTabSz="914400" rtl="0" eaLnBrk="1" latinLnBrk="0" hangingPunct="1">
              <a:lnSpc>
                <a:spcPct val="100000"/>
              </a:lnSpc>
              <a:spcBef>
                <a:spcPts val="1200"/>
              </a:spcBef>
              <a:spcAft>
                <a:spcPts val="200"/>
              </a:spcAft>
              <a:buClr>
                <a:schemeClr val="accent1"/>
              </a:buClr>
              <a:buSzPct val="100000"/>
              <a:buFont typeface="Arial" panose="020B0604020202020204" pitchFamily="34" charset="0"/>
              <a:buChar char="•"/>
              <a:defRPr sz="2000" kern="1200">
                <a:solidFill>
                  <a:schemeClr val="bg1"/>
                </a:solidFill>
                <a:latin typeface="Microsoft YaHei UI" panose="020B0503020204020204" pitchFamily="34" charset="-122"/>
                <a:ea typeface="Microsoft YaHei UI" panose="020B0503020204020204" pitchFamily="34" charset="-122"/>
                <a:cs typeface="+mn-cs"/>
              </a:defRPr>
            </a:lvl1pPr>
            <a:lvl2pPr marL="487045" indent="-28575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1800" kern="1200">
                <a:solidFill>
                  <a:schemeClr val="bg1"/>
                </a:solidFill>
                <a:latin typeface="Microsoft YaHei UI" panose="020B0503020204020204" pitchFamily="34" charset="-122"/>
                <a:ea typeface="Microsoft YaHei UI" panose="020B0503020204020204" pitchFamily="34" charset="-122"/>
                <a:cs typeface="+mn-cs"/>
              </a:defRPr>
            </a:lvl2pPr>
            <a:lvl3pPr marL="669925" indent="-28575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1400" kern="1200">
                <a:solidFill>
                  <a:schemeClr val="bg1"/>
                </a:solidFill>
                <a:latin typeface="Microsoft YaHei UI" panose="020B0503020204020204" pitchFamily="34" charset="-122"/>
                <a:ea typeface="Microsoft YaHei UI" panose="020B0503020204020204" pitchFamily="34" charset="-122"/>
                <a:cs typeface="+mn-cs"/>
              </a:defRPr>
            </a:lvl3pPr>
            <a:lvl4pPr marL="852805" indent="-28575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1400" kern="1200">
                <a:solidFill>
                  <a:schemeClr val="bg1"/>
                </a:solidFill>
                <a:latin typeface="Microsoft YaHei UI" panose="020B0503020204020204" pitchFamily="34" charset="-122"/>
                <a:ea typeface="Microsoft YaHei UI" panose="020B0503020204020204" pitchFamily="34" charset="-122"/>
                <a:cs typeface="+mn-cs"/>
              </a:defRPr>
            </a:lvl4pPr>
            <a:lvl5pPr marL="1035685" indent="-28575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1400" kern="1200">
                <a:solidFill>
                  <a:schemeClr val="bg1"/>
                </a:solidFill>
                <a:latin typeface="Microsoft YaHei UI" panose="020B0503020204020204" pitchFamily="34" charset="-122"/>
                <a:ea typeface="Microsoft YaHei UI" panose="020B0503020204020204" pitchFamily="34" charset="-122"/>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dirty="0"/>
              <a:t>从心理角度来看，情感投射效应与同性恋之间的关系受到多种因素的影响。首先，内疚和耻辱等情绪可能影响个体的行为。例如，当个体感到内疚或耻辱时，他们可能将这种情感投射到同性恋者身上，从而加剧对同性恋者的歧视和排斥。此外，社会认可度和性别角色也可能影响个体对同性恋者的态度。例如，在某些文化中，同性恋者被视为不可接受或“异常”，这种社会态度可能促使个体将自身的不安全感投射到同性恋者身上。</a:t>
            </a:r>
          </a:p>
        </p:txBody>
      </p:sp>
    </p:spTree>
  </p:cSld>
  <p:clrMapOvr>
    <a:masterClrMapping/>
  </p:clrMapOvr>
  <p:transition spd="slow">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32330" y="1776555"/>
            <a:ext cx="10452848" cy="3933150"/>
          </a:xfrm>
        </p:spPr>
        <p:txBody>
          <a:bodyPr rtlCol="0">
            <a:normAutofit/>
          </a:bodyPr>
          <a:lstStyle/>
          <a:p>
            <a:pPr rtl="0"/>
            <a:r>
              <a:rPr lang="zh-CN" altLang="en-US" sz="2000" dirty="0">
                <a:latin typeface="Microsoft YaHei UI" panose="020B0503020204020204" pitchFamily="34" charset="-122"/>
                <a:ea typeface="Microsoft YaHei UI" panose="020B0503020204020204" pitchFamily="34" charset="-122"/>
              </a:rPr>
              <a:t>在社会层面上，情感投射效应与同性恋之间的关系也受到多种因素的影响。一方面，社会认可度和性别角色可能影响个体对同性恋的态度。例如，在某些文化中，同性恋者被视为不可接受或“异常”，这种社会态度可能促使个体将自身的不安全感投射到同性恋者身上。另一方面，社会环境也可能影响个体对同性恋的态度。例如，在某些国家或地区，同性恋者面临着严重的歧视和排斥，这种社会环境可能使个体对同性恋产生消极的认知和态度。</a:t>
            </a:r>
          </a:p>
        </p:txBody>
      </p:sp>
      <p:sp>
        <p:nvSpPr>
          <p:cNvPr id="2" name="标题 1"/>
          <p:cNvSpPr>
            <a:spLocks noGrp="1"/>
          </p:cNvSpPr>
          <p:nvPr>
            <p:ph type="title"/>
          </p:nvPr>
        </p:nvSpPr>
        <p:spPr/>
        <p:txBody>
          <a:bodyPr rtlCol="0" anchor="ctr">
            <a:normAutofit/>
          </a:bodyPr>
          <a:lstStyle/>
          <a:p>
            <a:pPr rtl="0"/>
            <a:r>
              <a:rPr lang="zh-CN" altLang="en-US" sz="3200" dirty="0">
                <a:solidFill>
                  <a:srgbClr val="FFFEFF"/>
                </a:solidFill>
                <a:latin typeface="Microsoft YaHei UI" panose="020B0503020204020204" pitchFamily="34" charset="-122"/>
                <a:ea typeface="Microsoft YaHei UI" panose="020B0503020204020204" pitchFamily="34" charset="-122"/>
              </a:rPr>
              <a:t>社会角度</a:t>
            </a:r>
          </a:p>
        </p:txBody>
      </p:sp>
      <p:sp>
        <p:nvSpPr>
          <p:cNvPr id="4" name="标题 1"/>
          <p:cNvSpPr txBox="1"/>
          <p:nvPr/>
        </p:nvSpPr>
        <p:spPr>
          <a:xfrm>
            <a:off x="806821" y="3494989"/>
            <a:ext cx="10452849" cy="73105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800" kern="1200" spc="-50" baseline="0">
                <a:solidFill>
                  <a:schemeClr val="bg1"/>
                </a:solidFill>
                <a:latin typeface="Microsoft YaHei UI" panose="020B0503020204020204" pitchFamily="34" charset="-122"/>
                <a:ea typeface="Microsoft YaHei UI" panose="020B0503020204020204" pitchFamily="34" charset="-122"/>
                <a:cs typeface="+mj-cs"/>
              </a:defRPr>
            </a:lvl1pPr>
          </a:lstStyle>
          <a:p>
            <a:r>
              <a:rPr lang="zh-CN" altLang="en-US" sz="3200" dirty="0">
                <a:solidFill>
                  <a:srgbClr val="FFFEFF"/>
                </a:solidFill>
              </a:rPr>
              <a:t>结论</a:t>
            </a:r>
          </a:p>
        </p:txBody>
      </p:sp>
      <p:sp>
        <p:nvSpPr>
          <p:cNvPr id="5" name="内容占位符 2"/>
          <p:cNvSpPr txBox="1"/>
          <p:nvPr/>
        </p:nvSpPr>
        <p:spPr>
          <a:xfrm>
            <a:off x="869576" y="4198376"/>
            <a:ext cx="10452848" cy="3933150"/>
          </a:xfrm>
          <a:prstGeom prst="rect">
            <a:avLst/>
          </a:prstGeom>
        </p:spPr>
        <p:txBody>
          <a:bodyPr vert="horz" lIns="0" tIns="45720" rIns="0" bIns="45720" rtlCol="0">
            <a:normAutofit/>
          </a:bodyPr>
          <a:lstStyle>
            <a:lvl1pPr marL="342900" indent="-342900" algn="l" defTabSz="914400" rtl="0" eaLnBrk="1" latinLnBrk="0" hangingPunct="1">
              <a:lnSpc>
                <a:spcPct val="100000"/>
              </a:lnSpc>
              <a:spcBef>
                <a:spcPts val="1200"/>
              </a:spcBef>
              <a:spcAft>
                <a:spcPts val="200"/>
              </a:spcAft>
              <a:buClr>
                <a:schemeClr val="accent1"/>
              </a:buClr>
              <a:buSzPct val="100000"/>
              <a:buFont typeface="Arial" panose="020B0604020202020204" pitchFamily="34" charset="0"/>
              <a:buChar char="•"/>
              <a:defRPr sz="2000" kern="1200">
                <a:solidFill>
                  <a:schemeClr val="bg1"/>
                </a:solidFill>
                <a:latin typeface="Microsoft YaHei UI" panose="020B0503020204020204" pitchFamily="34" charset="-122"/>
                <a:ea typeface="Microsoft YaHei UI" panose="020B0503020204020204" pitchFamily="34" charset="-122"/>
                <a:cs typeface="+mn-cs"/>
              </a:defRPr>
            </a:lvl1pPr>
            <a:lvl2pPr marL="487045" indent="-28575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1800" kern="1200">
                <a:solidFill>
                  <a:schemeClr val="bg1"/>
                </a:solidFill>
                <a:latin typeface="Microsoft YaHei UI" panose="020B0503020204020204" pitchFamily="34" charset="-122"/>
                <a:ea typeface="Microsoft YaHei UI" panose="020B0503020204020204" pitchFamily="34" charset="-122"/>
                <a:cs typeface="+mn-cs"/>
              </a:defRPr>
            </a:lvl2pPr>
            <a:lvl3pPr marL="669925" indent="-28575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1400" kern="1200">
                <a:solidFill>
                  <a:schemeClr val="bg1"/>
                </a:solidFill>
                <a:latin typeface="Microsoft YaHei UI" panose="020B0503020204020204" pitchFamily="34" charset="-122"/>
                <a:ea typeface="Microsoft YaHei UI" panose="020B0503020204020204" pitchFamily="34" charset="-122"/>
                <a:cs typeface="+mn-cs"/>
              </a:defRPr>
            </a:lvl3pPr>
            <a:lvl4pPr marL="852805" indent="-28575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1400" kern="1200">
                <a:solidFill>
                  <a:schemeClr val="bg1"/>
                </a:solidFill>
                <a:latin typeface="Microsoft YaHei UI" panose="020B0503020204020204" pitchFamily="34" charset="-122"/>
                <a:ea typeface="Microsoft YaHei UI" panose="020B0503020204020204" pitchFamily="34" charset="-122"/>
                <a:cs typeface="+mn-cs"/>
              </a:defRPr>
            </a:lvl4pPr>
            <a:lvl5pPr marL="1035685" indent="-28575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1400" kern="1200">
                <a:solidFill>
                  <a:schemeClr val="bg1"/>
                </a:solidFill>
                <a:latin typeface="Microsoft YaHei UI" panose="020B0503020204020204" pitchFamily="34" charset="-122"/>
                <a:ea typeface="Microsoft YaHei UI" panose="020B0503020204020204" pitchFamily="34" charset="-122"/>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dirty="0"/>
              <a:t>情感投射效应与同性恋之间的关系是一个复杂而微妙的心理学问题。从心理角度来看，内疚、耻辱等情绪可能影响个体的行为；从社会角度来看，社会认可度和性别角色等因素也可能影响个体对同性恋的态度。因此，我们需要进一步研究和探讨这一领域的问题，以更好地理解和管理情感投射效应与同性恋之间的关系。同时，我们也需要积极推动社会变革和社会教育的发展，以减少对同性恋者的歧视和排斥，并帮助他们获得更好的生活品质和社会地位。</a:t>
            </a:r>
          </a:p>
        </p:txBody>
      </p:sp>
    </p:spTree>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2" descr="SmartArt 占位符 - 2 X 图标垂直"/>
          <p:cNvGraphicFramePr/>
          <p:nvPr/>
        </p:nvGraphicFramePr>
        <p:xfrm>
          <a:off x="676292" y="518831"/>
          <a:ext cx="4944403" cy="54180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8" name="标题 27"/>
          <p:cNvSpPr>
            <a:spLocks noGrp="1"/>
          </p:cNvSpPr>
          <p:nvPr>
            <p:ph type="title"/>
          </p:nvPr>
        </p:nvSpPr>
        <p:spPr/>
        <p:txBody>
          <a:bodyPr rtlCol="0"/>
          <a:lstStyle/>
          <a:p>
            <a:pPr rtl="0">
              <a:lnSpc>
                <a:spcPct val="150000"/>
              </a:lnSpc>
            </a:pPr>
            <a:r>
              <a:rPr lang="zh-CN" altLang="en-US" b="1" spc="600" dirty="0">
                <a:latin typeface="宋体-PUA" panose="02010600030101010101" pitchFamily="2" charset="-122"/>
                <a:ea typeface="宋体-PUA" panose="02010600030101010101" pitchFamily="2" charset="-122"/>
              </a:rPr>
              <a:t>投射效应</a:t>
            </a:r>
            <a:br>
              <a:rPr lang="en-US" altLang="zh-CN" b="1" spc="600" dirty="0">
                <a:latin typeface="张怀予" panose="02000503000000000000" pitchFamily="2" charset="-122"/>
                <a:ea typeface="宋体-PUA" panose="02010600030101010101" pitchFamily="2" charset="-122"/>
              </a:rPr>
            </a:br>
            <a:r>
              <a:rPr lang="zh-CN" altLang="en-US" b="1" spc="600" dirty="0">
                <a:latin typeface="宋体-PUA" panose="02010600030101010101" pitchFamily="2" charset="-122"/>
                <a:ea typeface="宋体-PUA" panose="02010600030101010101" pitchFamily="2" charset="-122"/>
              </a:rPr>
              <a:t>心理研究</a:t>
            </a:r>
          </a:p>
        </p:txBody>
      </p:sp>
    </p:spTree>
  </p:cSld>
  <p:clrMapOvr>
    <a:masterClrMapping/>
  </p:clrMapOvr>
  <mc:AlternateContent xmlns:mc="http://schemas.openxmlformats.org/markup-compatibility/2006" xmlns:p14="http://schemas.microsoft.com/office/powerpoint/2010/main">
    <mc:Choice Requires="p14">
      <p:transition spd="slow" p14:dur="1500">
        <p14:flas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dirty="0">
                <a:latin typeface="Microsoft YaHei UI" panose="020B0503020204020204" pitchFamily="34" charset="-122"/>
                <a:ea typeface="Microsoft YaHei UI" panose="020B0503020204020204" pitchFamily="34" charset="-122"/>
              </a:rPr>
              <a:t>相关研究</a:t>
            </a:r>
            <a:endParaRPr lang="en-US" altLang="zh-CN" dirty="0">
              <a:latin typeface="Microsoft YaHei UI" panose="020B0503020204020204" pitchFamily="34" charset="-122"/>
              <a:ea typeface="Microsoft YaHei UI" panose="020B0503020204020204" pitchFamily="34" charset="-122"/>
            </a:endParaRPr>
          </a:p>
        </p:txBody>
      </p:sp>
      <p:graphicFrame>
        <p:nvGraphicFramePr>
          <p:cNvPr id="3" name="图表 2" descr="图表占位符"/>
          <p:cNvGraphicFramePr/>
          <p:nvPr/>
        </p:nvGraphicFramePr>
        <p:xfrm>
          <a:off x="550988" y="3855641"/>
          <a:ext cx="2871568" cy="3002359"/>
        </p:xfrm>
        <a:graphic>
          <a:graphicData uri="http://schemas.openxmlformats.org/drawingml/2006/chart">
            <c:chart xmlns:c="http://schemas.openxmlformats.org/drawingml/2006/chart" xmlns:r="http://schemas.openxmlformats.org/officeDocument/2006/relationships" r:id="rId3"/>
          </a:graphicData>
        </a:graphic>
      </p:graphicFrame>
      <p:sp>
        <p:nvSpPr>
          <p:cNvPr id="4" name="文本框 3"/>
          <p:cNvSpPr txBox="1"/>
          <p:nvPr/>
        </p:nvSpPr>
        <p:spPr>
          <a:xfrm>
            <a:off x="7059562" y="422787"/>
            <a:ext cx="4827257" cy="2246769"/>
          </a:xfrm>
          <a:prstGeom prst="rect">
            <a:avLst/>
          </a:prstGeom>
          <a:noFill/>
        </p:spPr>
        <p:txBody>
          <a:bodyPr wrap="square" rtlCol="0">
            <a:spAutoFit/>
          </a:bodyPr>
          <a:lstStyle/>
          <a:p>
            <a:pPr algn="just"/>
            <a:r>
              <a:rPr lang="zh-CN" altLang="en-US" sz="2000" kern="100" dirty="0">
                <a:effectLst/>
                <a:latin typeface="小米兰亭 Pro VF Regular" panose="02000600000000000000" pitchFamily="2" charset="-122"/>
                <a:ea typeface="小米兰亭 Pro VF Regular" panose="02000600000000000000" pitchFamily="2" charset="-122"/>
                <a:cs typeface="Times New Roman" panose="02020603050405020304" pitchFamily="18" charset="0"/>
              </a:rPr>
              <a:t>随着社会包容度的提高，越来越多的人开始关注同性恋群体。然而，由于对同性恋缺乏了解，很多人可能会产生误解和偏见。本文将从心理学的角度出发，探讨同性恋与投射效应的关系。我们将通过分析相关的心理学理论、实证研究和案例，揭示了投射效应在理解和应对同性恋问题上。</a:t>
            </a:r>
          </a:p>
        </p:txBody>
      </p:sp>
      <p:sp>
        <p:nvSpPr>
          <p:cNvPr id="5" name="文本框 4"/>
          <p:cNvSpPr txBox="1"/>
          <p:nvPr/>
        </p:nvSpPr>
        <p:spPr>
          <a:xfrm>
            <a:off x="5937756" y="4541212"/>
            <a:ext cx="5663380" cy="1631216"/>
          </a:xfrm>
          <a:prstGeom prst="rect">
            <a:avLst/>
          </a:prstGeom>
          <a:noFill/>
        </p:spPr>
        <p:txBody>
          <a:bodyPr wrap="square" rtlCol="0">
            <a:spAutoFit/>
          </a:bodyPr>
          <a:lstStyle/>
          <a:p>
            <a:pPr algn="just"/>
            <a:r>
              <a:rPr lang="zh-CN" altLang="zh-CN" sz="2000" kern="100" dirty="0">
                <a:latin typeface="小米兰亭 Pro VF Regular" panose="02000600000000000000" pitchFamily="2" charset="-122"/>
                <a:ea typeface="小米兰亭 Pro VF Regular" panose="02000600000000000000" pitchFamily="2" charset="-122"/>
                <a:cs typeface="Times New Roman" panose="02020603050405020304" pitchFamily="18" charset="0"/>
              </a:rPr>
              <a:t>在心理学领域，投射效应已经被广泛研究。一些研究证明了投射效应在不同领域的应用，例如性格特质、态度和行为等方面。此外，还有研究发现了性别、文化背景等因素对投射效应的影响。然而，关于在同性恋情境下投射效应的研究相对较少。</a:t>
            </a:r>
          </a:p>
        </p:txBody>
      </p:sp>
      <p:pic>
        <p:nvPicPr>
          <p:cNvPr id="7" name="图片 6" descr="文本&#10;&#10;描述已自动生成">
            <a:hlinkClick r:id="rId4" action="ppaction://hlinksldjump"/>
          </p:cNvPr>
          <p:cNvPicPr>
            <a:picLocks noChangeAspect="1"/>
          </p:cNvPicPr>
          <p:nvPr/>
        </p:nvPicPr>
        <p:blipFill>
          <a:blip r:embed="rId5"/>
          <a:stretch>
            <a:fillRect/>
          </a:stretch>
        </p:blipFill>
        <p:spPr>
          <a:xfrm>
            <a:off x="5573968" y="2793377"/>
            <a:ext cx="2714625" cy="1624013"/>
          </a:xfrm>
          <a:prstGeom prst="rect">
            <a:avLst/>
          </a:prstGeom>
        </p:spPr>
      </p:pic>
      <p:sp>
        <p:nvSpPr>
          <p:cNvPr id="8" name="文本框 7"/>
          <p:cNvSpPr txBox="1"/>
          <p:nvPr/>
        </p:nvSpPr>
        <p:spPr>
          <a:xfrm>
            <a:off x="8449245" y="3251441"/>
            <a:ext cx="3151891" cy="707886"/>
          </a:xfrm>
          <a:prstGeom prst="rect">
            <a:avLst/>
          </a:prstGeom>
          <a:noFill/>
        </p:spPr>
        <p:txBody>
          <a:bodyPr wrap="square" rtlCol="0">
            <a:spAutoFit/>
          </a:bodyPr>
          <a:lstStyle/>
          <a:p>
            <a:r>
              <a:rPr lang="zh-CN" altLang="en-US" sz="4000" dirty="0">
                <a:latin typeface="张怀予" panose="02000503000000000000" pitchFamily="2" charset="-122"/>
                <a:ea typeface="张怀予" panose="02000503000000000000" pitchFamily="2" charset="-122"/>
              </a:rPr>
              <a:t>点击♂观看</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矩形 2"/>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3"/>
          <a:stretch>
            <a:fillRect/>
          </a:stretch>
        </p:blipFill>
        <p:spPr>
          <a:xfrm>
            <a:off x="113665" y="0"/>
            <a:ext cx="4057015" cy="6725920"/>
          </a:xfrm>
          <a:prstGeom prst="rect">
            <a:avLst/>
          </a:prstGeom>
        </p:spPr>
      </p:pic>
      <p:sp>
        <p:nvSpPr>
          <p:cNvPr id="4" name="文本框 3"/>
          <p:cNvSpPr txBox="1"/>
          <p:nvPr/>
        </p:nvSpPr>
        <p:spPr>
          <a:xfrm>
            <a:off x="4551217" y="325582"/>
            <a:ext cx="3039285" cy="646331"/>
          </a:xfrm>
          <a:prstGeom prst="rect">
            <a:avLst/>
          </a:prstGeom>
          <a:solidFill>
            <a:srgbClr val="FF0000"/>
          </a:solidFill>
        </p:spPr>
        <p:txBody>
          <a:bodyPr wrap="square" rtlCol="0">
            <a:spAutoFit/>
          </a:bodyPr>
          <a:lstStyle/>
          <a:p>
            <a:r>
              <a:rPr lang="en-US" altLang="zh-CN" sz="3600" dirty="0">
                <a:ln>
                  <a:solidFill>
                    <a:schemeClr val="bg2"/>
                  </a:solidFill>
                </a:ln>
                <a:solidFill>
                  <a:schemeClr val="bg1"/>
                </a:solidFill>
                <a:latin typeface="等线" panose="02010600030101010101" pitchFamily="2" charset="-122"/>
                <a:ea typeface="等线" panose="02010600030101010101" pitchFamily="2" charset="-122"/>
              </a:rPr>
              <a:t>FBI WARNING</a:t>
            </a:r>
            <a:endParaRPr lang="zh-CN" altLang="en-US" sz="3600" dirty="0">
              <a:ln>
                <a:solidFill>
                  <a:schemeClr val="bg2"/>
                </a:solidFill>
              </a:ln>
              <a:solidFill>
                <a:schemeClr val="bg1"/>
              </a:solidFill>
              <a:latin typeface="等线" panose="02010600030101010101" pitchFamily="2" charset="-122"/>
              <a:ea typeface="等线" panose="02010600030101010101" pitchFamily="2" charset="-122"/>
            </a:endParaRPr>
          </a:p>
        </p:txBody>
      </p:sp>
      <p:pic>
        <p:nvPicPr>
          <p:cNvPr id="8" name="图片 7"/>
          <p:cNvPicPr>
            <a:picLocks noChangeAspect="1"/>
          </p:cNvPicPr>
          <p:nvPr/>
        </p:nvPicPr>
        <p:blipFill>
          <a:blip r:embed="rId4"/>
          <a:stretch>
            <a:fillRect/>
          </a:stretch>
        </p:blipFill>
        <p:spPr>
          <a:xfrm>
            <a:off x="3770977" y="216852"/>
            <a:ext cx="5554345" cy="6110605"/>
          </a:xfrm>
          <a:prstGeom prst="rect">
            <a:avLst/>
          </a:prstGeom>
        </p:spPr>
      </p:pic>
      <p:pic>
        <p:nvPicPr>
          <p:cNvPr id="10" name="图片 9"/>
          <p:cNvPicPr>
            <a:picLocks noChangeAspect="1"/>
          </p:cNvPicPr>
          <p:nvPr/>
        </p:nvPicPr>
        <p:blipFill>
          <a:blip r:embed="rId5"/>
          <a:stretch>
            <a:fillRect/>
          </a:stretch>
        </p:blipFill>
        <p:spPr>
          <a:xfrm>
            <a:off x="7907020" y="2245995"/>
            <a:ext cx="4072890" cy="4479925"/>
          </a:xfrm>
          <a:prstGeom prst="rect">
            <a:avLst/>
          </a:prstGeom>
        </p:spPr>
      </p:pic>
      <p:pic>
        <p:nvPicPr>
          <p:cNvPr id="13" name="图片 12" descr="图片包含 徽标&#10;&#10;描述已自动生成">
            <a:extLst>
              <a:ext uri="{FF2B5EF4-FFF2-40B4-BE49-F238E27FC236}">
                <a16:creationId xmlns:a16="http://schemas.microsoft.com/office/drawing/2014/main" id="{1E628A67-E5A7-4A68-9FF9-329F402BE2DC}"/>
              </a:ext>
            </a:extLst>
          </p:cNvPr>
          <p:cNvPicPr>
            <a:picLocks noChangeAspect="1"/>
          </p:cNvPicPr>
          <p:nvPr/>
        </p:nvPicPr>
        <p:blipFill>
          <a:blip r:embed="rId6"/>
          <a:stretch>
            <a:fillRect/>
          </a:stretch>
        </p:blipFill>
        <p:spPr>
          <a:xfrm>
            <a:off x="8780765" y="0"/>
            <a:ext cx="3469349" cy="1954400"/>
          </a:xfrm>
          <a:prstGeom prst="rect">
            <a:avLst/>
          </a:prstGeom>
        </p:spPr>
      </p:pic>
      <p:pic>
        <p:nvPicPr>
          <p:cNvPr id="9" name="图片 8"/>
          <p:cNvPicPr>
            <a:picLocks noChangeAspect="1"/>
          </p:cNvPicPr>
          <p:nvPr/>
        </p:nvPicPr>
        <p:blipFill>
          <a:blip r:embed="rId7"/>
          <a:srcRect b="28758"/>
          <a:stretch>
            <a:fillRect/>
          </a:stretch>
        </p:blipFill>
        <p:spPr>
          <a:xfrm>
            <a:off x="7907020" y="0"/>
            <a:ext cx="3544570" cy="2778125"/>
          </a:xfrm>
          <a:prstGeom prst="rect">
            <a:avLst/>
          </a:prstGeom>
        </p:spPr>
      </p:pic>
      <p:sp>
        <p:nvSpPr>
          <p:cNvPr id="11" name="文本框 10"/>
          <p:cNvSpPr txBox="1"/>
          <p:nvPr/>
        </p:nvSpPr>
        <p:spPr>
          <a:xfrm>
            <a:off x="5640705" y="429895"/>
            <a:ext cx="3174365" cy="13220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0" b="1" dirty="0">
                <a:solidFill>
                  <a:schemeClr val="bg1"/>
                </a:solidFill>
                <a:latin typeface="云天明宇宙系统UCXN" panose="02000503000000000000" pitchFamily="2" charset="-122"/>
                <a:ea typeface="云天明宇宙系统UCXN" panose="02000503000000000000" pitchFamily="2" charset="-122"/>
              </a:rPr>
              <a:t>小米</a:t>
            </a:r>
          </a:p>
        </p:txBody>
      </p:sp>
      <p:sp>
        <p:nvSpPr>
          <p:cNvPr id="12" name="文本框 11"/>
          <p:cNvSpPr txBox="1"/>
          <p:nvPr/>
        </p:nvSpPr>
        <p:spPr>
          <a:xfrm>
            <a:off x="5060633" y="2902268"/>
            <a:ext cx="1956435" cy="11068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6600" b="1" dirty="0">
                <a:solidFill>
                  <a:schemeClr val="bg1"/>
                </a:solidFill>
                <a:latin typeface="云天明宇宙系统UCXN" panose="02000503000000000000" pitchFamily="2" charset="-122"/>
                <a:ea typeface="云天明宇宙系统UCXN" panose="02000503000000000000" pitchFamily="2" charset="-122"/>
              </a:rPr>
              <a:t>启动</a:t>
            </a:r>
          </a:p>
        </p:txBody>
      </p:sp>
      <p:sp>
        <p:nvSpPr>
          <p:cNvPr id="5" name="文本框 4"/>
          <p:cNvSpPr txBox="1"/>
          <p:nvPr/>
        </p:nvSpPr>
        <p:spPr>
          <a:xfrm>
            <a:off x="2866678" y="1393409"/>
            <a:ext cx="7016750" cy="5509200"/>
          </a:xfrm>
          <a:prstGeom prst="rect">
            <a:avLst/>
          </a:prstGeom>
          <a:noFill/>
        </p:spPr>
        <p:txBody>
          <a:bodyPr wrap="square" rtlCol="0">
            <a:spAutoFit/>
          </a:bodyPr>
          <a:lstStyle/>
          <a:p>
            <a:r>
              <a:rPr lang="zh-CN" altLang="en-US" sz="4400" dirty="0">
                <a:solidFill>
                  <a:schemeClr val="bg1"/>
                </a:solidFill>
              </a:rPr>
              <a:t>This video is recommended to be watched on devices that have HDR turned on and support Dolby Vision.</a:t>
            </a:r>
          </a:p>
          <a:p>
            <a:endParaRPr lang="zh-CN" altLang="en-US" sz="4400" dirty="0">
              <a:solidFill>
                <a:schemeClr val="bg1"/>
              </a:solidFill>
            </a:endParaRPr>
          </a:p>
          <a:p>
            <a:r>
              <a:rPr lang="en-US" altLang="zh-CN" sz="4400" dirty="0">
                <a:solidFill>
                  <a:schemeClr val="bg1"/>
                </a:solidFill>
              </a:rPr>
              <a:t>The TCL, China Star Optoelectronics Technology Co, Ltd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advTm="13250"/>
    </mc:Choice>
    <mc:Fallback xmlns="">
      <p:transition spd="slow" advTm="13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afterEffect">
                                  <p:stCondLst>
                                    <p:cond delay="0"/>
                                  </p:stCondLst>
                                  <p:childTnLst>
                                    <p:animEffect transition="out" filter="fade">
                                      <p:cBhvr>
                                        <p:cTn id="6" dur="2000" tmFilter="0, 0; .2, .5; .8, .5; 1, 0"/>
                                        <p:tgtEl>
                                          <p:spTgt spid="5"/>
                                        </p:tgtEl>
                                      </p:cBhvr>
                                    </p:animEffect>
                                    <p:animScale>
                                      <p:cBhvr>
                                        <p:cTn id="7" dur="2000" autoRev="1" fill="hold"/>
                                        <p:tgtEl>
                                          <p:spTgt spid="5"/>
                                        </p:tgtEl>
                                      </p:cBhvr>
                                      <p:by x="105000" y="105000"/>
                                    </p:animScale>
                                  </p:childTnLst>
                                </p:cTn>
                              </p:par>
                            </p:childTnLst>
                          </p:cTn>
                        </p:par>
                        <p:par>
                          <p:cTn id="8" fill="hold">
                            <p:stCondLst>
                              <p:cond delay="2000"/>
                            </p:stCondLst>
                            <p:childTnLst>
                              <p:par>
                                <p:cTn id="9" presetID="26" presetClass="emph" presetSubtype="0" fill="hold" grpId="2" nodeType="afterEffect">
                                  <p:stCondLst>
                                    <p:cond delay="500"/>
                                  </p:stCondLst>
                                  <p:childTnLst>
                                    <p:animEffect transition="out" filter="fade">
                                      <p:cBhvr>
                                        <p:cTn id="10" dur="500" tmFilter="0, 0; .2, .5; .8, .5; 1, 0"/>
                                        <p:tgtEl>
                                          <p:spTgt spid="5"/>
                                        </p:tgtEl>
                                      </p:cBhvr>
                                    </p:animEffect>
                                    <p:animScale>
                                      <p:cBhvr>
                                        <p:cTn id="11" dur="500" autoRev="1" fill="hold"/>
                                        <p:tgtEl>
                                          <p:spTgt spid="5"/>
                                        </p:tgtEl>
                                      </p:cBhvr>
                                      <p:by x="105000" y="105000"/>
                                    </p:animScale>
                                  </p:childTnLst>
                                </p:cTn>
                              </p:par>
                            </p:childTnLst>
                          </p:cTn>
                        </p:par>
                        <p:par>
                          <p:cTn id="12" fill="hold">
                            <p:stCondLst>
                              <p:cond delay="3500"/>
                            </p:stCondLst>
                            <p:childTnLst>
                              <p:par>
                                <p:cTn id="13" presetID="15" presetClass="exit" presetSubtype="0" fill="hold" grpId="3" nodeType="afterEffect">
                                  <p:stCondLst>
                                    <p:cond delay="1250"/>
                                  </p:stCondLst>
                                  <p:childTnLst>
                                    <p:anim calcmode="lin" valueType="num">
                                      <p:cBhvr>
                                        <p:cTn id="14" dur="750"/>
                                        <p:tgtEl>
                                          <p:spTgt spid="5"/>
                                        </p:tgtEl>
                                        <p:attrNameLst>
                                          <p:attrName>ppt_w</p:attrName>
                                        </p:attrNameLst>
                                      </p:cBhvr>
                                      <p:tavLst>
                                        <p:tav tm="0">
                                          <p:val>
                                            <p:strVal val="ppt_w"/>
                                          </p:val>
                                        </p:tav>
                                        <p:tav tm="100000">
                                          <p:val>
                                            <p:fltVal val="0"/>
                                          </p:val>
                                        </p:tav>
                                      </p:tavLst>
                                    </p:anim>
                                    <p:anim calcmode="lin" valueType="num">
                                      <p:cBhvr>
                                        <p:cTn id="15" dur="750"/>
                                        <p:tgtEl>
                                          <p:spTgt spid="5"/>
                                        </p:tgtEl>
                                        <p:attrNameLst>
                                          <p:attrName>ppt_h</p:attrName>
                                        </p:attrNameLst>
                                      </p:cBhvr>
                                      <p:tavLst>
                                        <p:tav tm="0">
                                          <p:val>
                                            <p:strVal val="ppt_h"/>
                                          </p:val>
                                        </p:tav>
                                        <p:tav tm="100000">
                                          <p:val>
                                            <p:fltVal val="0"/>
                                          </p:val>
                                        </p:tav>
                                      </p:tavLst>
                                    </p:anim>
                                    <p:anim calcmode="lin" valueType="num">
                                      <p:cBhvr>
                                        <p:cTn id="16" dur="750"/>
                                        <p:tgtEl>
                                          <p:spTgt spid="5"/>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17" dur="750"/>
                                        <p:tgtEl>
                                          <p:spTgt spid="5"/>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18" dur="1" fill="hold">
                                          <p:stCondLst>
                                            <p:cond delay="749"/>
                                          </p:stCondLst>
                                        </p:cTn>
                                        <p:tgtEl>
                                          <p:spTgt spid="5"/>
                                        </p:tgtEl>
                                        <p:attrNameLst>
                                          <p:attrName>style.visibility</p:attrName>
                                        </p:attrNameLst>
                                      </p:cBhvr>
                                      <p:to>
                                        <p:strVal val="hidden"/>
                                      </p:to>
                                    </p:set>
                                  </p:childTnLst>
                                </p:cTn>
                              </p:par>
                            </p:childTnLst>
                          </p:cTn>
                        </p:par>
                        <p:par>
                          <p:cTn id="19" fill="hold">
                            <p:stCondLst>
                              <p:cond delay="5500"/>
                            </p:stCondLst>
                            <p:childTnLst>
                              <p:par>
                                <p:cTn id="20" presetID="1"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par>
                          <p:cTn id="22" fill="hold">
                            <p:stCondLst>
                              <p:cond delay="5500"/>
                            </p:stCondLst>
                            <p:childTnLst>
                              <p:par>
                                <p:cTn id="23" presetID="10" presetClass="path" presetSubtype="0" accel="50000" decel="50000" fill="hold" nodeType="afterEffect">
                                  <p:stCondLst>
                                    <p:cond delay="0"/>
                                  </p:stCondLst>
                                  <p:childTnLst>
                                    <p:animMotion origin="layout" path="M 0 0 L 0.073 -0.073 L 0.177 -0.073 L 0.25 0 L 0.25 0.104 L 0.177 0.177 L 0.073 0.177 L 0 0.104 L 0 0 Z" pathEditMode="relative" ptsTypes="">
                                      <p:cBhvr>
                                        <p:cTn id="24" dur="2000" fill="hold"/>
                                        <p:tgtEl>
                                          <p:spTgt spid="6"/>
                                        </p:tgtEl>
                                        <p:attrNameLst>
                                          <p:attrName>ppt_x</p:attrName>
                                          <p:attrName>ppt_y</p:attrName>
                                        </p:attrNameLst>
                                      </p:cBhvr>
                                    </p:animMotion>
                                  </p:childTnLst>
                                </p:cTn>
                              </p:par>
                              <p:par>
                                <p:cTn id="25" presetID="7" presetClass="entr" presetSubtype="4" fill="hold" nodeType="withEffect">
                                  <p:stCondLst>
                                    <p:cond delay="0"/>
                                  </p:stCondLst>
                                  <p:childTnLst>
                                    <p:set>
                                      <p:cBhvr>
                                        <p:cTn id="26" dur="2500" fill="hold">
                                          <p:stCondLst>
                                            <p:cond delay="0"/>
                                          </p:stCondLst>
                                        </p:cTn>
                                        <p:tgtEl>
                                          <p:spTgt spid="8"/>
                                        </p:tgtEl>
                                        <p:attrNameLst>
                                          <p:attrName>style.visibility</p:attrName>
                                        </p:attrNameLst>
                                      </p:cBhvr>
                                      <p:to>
                                        <p:strVal val="visible"/>
                                      </p:to>
                                    </p:set>
                                    <p:anim calcmode="lin" valueType="num">
                                      <p:cBhvr additive="base">
                                        <p:cTn id="27" dur="2500" fill="hold"/>
                                        <p:tgtEl>
                                          <p:spTgt spid="8"/>
                                        </p:tgtEl>
                                        <p:attrNameLst>
                                          <p:attrName>ppt_x</p:attrName>
                                        </p:attrNameLst>
                                      </p:cBhvr>
                                      <p:tavLst>
                                        <p:tav tm="0">
                                          <p:val>
                                            <p:strVal val="#ppt_x"/>
                                          </p:val>
                                        </p:tav>
                                        <p:tav tm="100000">
                                          <p:val>
                                            <p:strVal val="#ppt_x"/>
                                          </p:val>
                                        </p:tav>
                                      </p:tavLst>
                                    </p:anim>
                                    <p:anim calcmode="lin" valueType="num">
                                      <p:cBhvr additive="base">
                                        <p:cTn id="28" dur="2500" fill="hold"/>
                                        <p:tgtEl>
                                          <p:spTgt spid="8"/>
                                        </p:tgtEl>
                                        <p:attrNameLst>
                                          <p:attrName>ppt_y</p:attrName>
                                        </p:attrNameLst>
                                      </p:cBhvr>
                                      <p:tavLst>
                                        <p:tav tm="0">
                                          <p:val>
                                            <p:strVal val="1+#ppt_h/2"/>
                                          </p:val>
                                        </p:tav>
                                        <p:tav tm="100000">
                                          <p:val>
                                            <p:strVal val="#ppt_y"/>
                                          </p:val>
                                        </p:tav>
                                      </p:tavLst>
                                    </p:anim>
                                  </p:childTnLst>
                                </p:cTn>
                              </p:par>
                              <p:par>
                                <p:cTn id="29" presetID="14" presetClass="entr" presetSubtype="10" fill="hold" nodeType="withEffect">
                                  <p:stCondLst>
                                    <p:cond delay="0"/>
                                  </p:stCondLst>
                                  <p:childTnLst>
                                    <p:set>
                                      <p:cBhvr>
                                        <p:cTn id="30" dur="2500" fill="hold">
                                          <p:stCondLst>
                                            <p:cond delay="0"/>
                                          </p:stCondLst>
                                        </p:cTn>
                                        <p:tgtEl>
                                          <p:spTgt spid="9"/>
                                        </p:tgtEl>
                                        <p:attrNameLst>
                                          <p:attrName>style.visibility</p:attrName>
                                        </p:attrNameLst>
                                      </p:cBhvr>
                                      <p:to>
                                        <p:strVal val="visible"/>
                                      </p:to>
                                    </p:set>
                                    <p:animEffect transition="in" filter="randombar(horizontal)">
                                      <p:cBhvr>
                                        <p:cTn id="31" dur="2500"/>
                                        <p:tgtEl>
                                          <p:spTgt spid="9"/>
                                        </p:tgtEl>
                                      </p:cBhvr>
                                    </p:animEffect>
                                  </p:childTnLst>
                                </p:cTn>
                              </p:par>
                              <p:par>
                                <p:cTn id="32" presetID="6" presetClass="entr" presetSubtype="16" fill="hold" nodeType="withEffect">
                                  <p:stCondLst>
                                    <p:cond delay="0"/>
                                  </p:stCondLst>
                                  <p:childTnLst>
                                    <p:set>
                                      <p:cBhvr>
                                        <p:cTn id="33" dur="2500" fill="hold">
                                          <p:stCondLst>
                                            <p:cond delay="0"/>
                                          </p:stCondLst>
                                        </p:cTn>
                                        <p:tgtEl>
                                          <p:spTgt spid="10"/>
                                        </p:tgtEl>
                                        <p:attrNameLst>
                                          <p:attrName>style.visibility</p:attrName>
                                        </p:attrNameLst>
                                      </p:cBhvr>
                                      <p:to>
                                        <p:strVal val="visible"/>
                                      </p:to>
                                    </p:set>
                                    <p:animEffect transition="in" filter="circle(in)">
                                      <p:cBhvr>
                                        <p:cTn id="34" dur="2500"/>
                                        <p:tgtEl>
                                          <p:spTgt spid="10"/>
                                        </p:tgtEl>
                                      </p:cBhvr>
                                    </p:animEffect>
                                  </p:childTnLst>
                                </p:cTn>
                              </p:par>
                            </p:childTnLst>
                          </p:cTn>
                        </p:par>
                        <p:par>
                          <p:cTn id="35" fill="hold">
                            <p:stCondLst>
                              <p:cond delay="8000"/>
                            </p:stCondLst>
                            <p:childTnLst>
                              <p:par>
                                <p:cTn id="36" presetID="1" presetClass="entr" presetSubtype="0" fill="hold" grpId="0" nodeType="afterEffect">
                                  <p:stCondLst>
                                    <p:cond delay="500"/>
                                  </p:stCondLst>
                                  <p:childTnLst>
                                    <p:set>
                                      <p:cBhvr>
                                        <p:cTn id="37" dur="1" fill="hold">
                                          <p:stCondLst>
                                            <p:cond delay="0"/>
                                          </p:stCondLst>
                                        </p:cTn>
                                        <p:tgtEl>
                                          <p:spTgt spid="11"/>
                                        </p:tgtEl>
                                        <p:attrNameLst>
                                          <p:attrName>style.visibility</p:attrName>
                                        </p:attrNameLst>
                                      </p:cBhvr>
                                      <p:to>
                                        <p:strVal val="visible"/>
                                      </p:to>
                                    </p:set>
                                  </p:childTnLst>
                                  <p:subTnLst>
                                    <p:audio>
                                      <p:cMediaNode>
                                        <p:cTn display="0" masterRel="sameClick">
                                          <p:stCondLst>
                                            <p:cond evt="begin" delay="0">
                                              <p:tn val="36"/>
                                            </p:cond>
                                          </p:stCondLst>
                                          <p:endCondLst>
                                            <p:cond evt="onStopAudio" delay="0">
                                              <p:tgtEl>
                                                <p:sldTgt/>
                                              </p:tgtEl>
                                            </p:cond>
                                          </p:endCondLst>
                                        </p:cTn>
                                        <p:tgtEl>
                                          <p:sndTgt r:embed="rId2" name="Screenrecorder-2023-10-25-00-37-34-224.wav"/>
                                        </p:tgtEl>
                                      </p:cMediaNode>
                                    </p:audio>
                                  </p:subTnLst>
                                </p:cTn>
                              </p:par>
                            </p:childTnLst>
                          </p:cTn>
                        </p:par>
                        <p:par>
                          <p:cTn id="38" fill="hold">
                            <p:stCondLst>
                              <p:cond delay="8500"/>
                            </p:stCondLst>
                            <p:childTnLst>
                              <p:par>
                                <p:cTn id="39" presetID="0" presetClass="path" presetSubtype="0" accel="50000" decel="50000" fill="hold" grpId="1" nodeType="afterEffect">
                                  <p:stCondLst>
                                    <p:cond delay="0"/>
                                  </p:stCondLst>
                                  <p:childTnLst>
                                    <p:animMotion origin="layout" path="M -0.05794 0.03819 L -0.05794 0.03819 C -0.07943 0.03634 -0.10104 0.0375 -0.12227 0.03287 C -0.13945 0.02893 -0.15599 0.01991 -0.17279 0.01227 C -0.24284 -0.01922 -0.21302 -0.00625 -0.26237 -0.02709 L -0.29141 -0.03935 C -0.29987 -0.04283 -0.30807 -0.04908 -0.31667 -0.05023 L -0.34805 -0.05417 C -0.36263 -0.04884 -0.37761 -0.04653 -0.39167 -0.03797 C -0.40456 -0.02986 -0.42813 -0.00417 -0.43763 0.01782 C -0.45221 0.05185 -0.47813 0.12384 -0.47813 0.12384 C -0.48047 0.14166 -0.48763 0.15949 -0.48503 0.17685 C -0.48151 0.20162 -0.47266 0.22523 -0.46133 0.24097 C -0.44974 0.25671 -0.43451 0.26319 -0.42005 0.26666 C -0.37721 0.27708 -0.33373 0.27662 -0.29063 0.28171 C -0.26667 0.27222 -0.13386 0.22569 -0.09401 0.19606 C -0.07083 0.1787 -0.04935 0.15463 -0.02813 0.13078 C 0.00534 0.09328 0.03502 0.0544 0.06211 0.00416 C 0.06562 -0.00209 0.06784 -0.01019 0.07057 -0.01759 C 0.06927 -0.02662 0.07083 -0.03889 0.0668 -0.04468 C 0.0539 -0.06366 -0.01081 -0.07523 -0.01354 -0.07593 C -0.04271 -0.06898 -0.09401 -0.08727 -0.10625 -0.01621 C -0.11042 0.00856 -0.10716 0.03541 -0.10768 0.06134 C -0.10039 0.09074 -0.09805 0.12639 -0.08555 0.14977 C -0.04883 0.21852 0.03515 0.20046 0.07292 0.20416 C 0.10091 0.19004 0.1319 0.18819 0.15703 0.16203 C 0.17851 0.13958 0.19114 0.09722 0.20755 0.06412 C 0.23307 0.0125 0.23958 -0.01435 0.26953 -0.05301 C 0.27851 -0.06435 0.29674 -0.06759 0.30638 -0.0706 C 0.30989 -0.06829 0.31445 -0.06875 0.31706 -0.06389 C 0.33229 -0.03565 0.33242 -0.01459 0.33776 0.02199 C 0.33659 0.1125 0.33672 0.18449 0.33151 0.275 C 0.33021 0.3 0.32969 0.32592 0.32474 0.34977 C 0.31224 0.40926 0.28281 0.475 0.25807 0.51828 C 0.21862 0.5875 0.18099 0.64768 0.12422 0.66666 C 0.08659 0.67916 0.04765 0.67199 0.00937 0.67477 C -0.03242 0.66713 -0.07487 0.6662 -0.11615 0.65162 C -0.18229 0.62824 -0.25977 0.57616 -0.32513 0.53472 C -0.28255 0.44768 -0.25169 0.33657 -0.19727 0.27361 C -0.12227 0.18657 -0.03268 0.14699 0.05221 0.09676 C 0.12956 0.05092 0.21002 0.02407 0.28867 -0.01343 C 0.30443 -0.02084 0.31979 -0.02986 0.33542 -0.03797 C 0.21927 0.17616 0.24167 0.14097 0.00625 0.45301 C -0.15091 0.66157 -0.12383 0.64097 -0.21563 0.6993 C -0.22018 0.69074 -0.22735 0.68472 -0.22943 0.67338 C -0.24232 0.60324 -0.24531 0.52754 -0.26003 0.45856 C -0.28724 0.33148 -0.29623 0.1743 -0.35495 0.08727 C -0.35794 0.08264 -0.36029 0.07592 -0.36406 0.07361 C -0.36992 0.07014 -0.37643 0.07176 -0.38255 0.07083 C -0.43477 0.15463 -0.46654 0.19282 -0.50039 0.31713 C -0.51107 0.35625 -0.51042 0.40231 -0.51485 0.44491 C -0.56055 0.87546 -0.50964 0.41273 -0.53932 0.68171 C -0.5099 0.76898 -0.53386 0.70231 -0.37787 0.69653 C -0.2944 0.69352 -0.21107 0.68125 -0.12761 0.67338 C -0.05586 0.63935 0.01146 0.60949 0.08203 0.56736 C 0.11406 0.54838 0.15846 0.51852 0.18698 0.48032 C 0.19752 0.46597 0.20586 0.44676 0.21523 0.42986 C 0.23164 0.34676 0.2487 0.30393 0.17617 0.21782 C 0.11654 0.14676 0.04427 0.11528 -0.02435 0.07778 C -0.08034 0.04699 -0.13919 0.03611 -0.19649 0.01366 C -0.22136 0.00393 -0.24596 -0.0081 -0.2707 -0.01898 C -0.27149 -0.01435 -0.27409 -0.00972 -0.27305 -0.00533 C -0.22487 0.19629 -0.21745 0.2794 -0.13294 0.4081 C -0.11081 0.44213 -0.0832 0.46342 -0.05951 0.49398 C -0.02396 0.53958 0.04453 0.6368 0.04453 0.6368 L -0.02735 0.01921 L -0.06563 0.0368 L -0.11615 0.27616 " pathEditMode="relative" ptsTypes="AAAAAAAAAAAAAAAAAAAAAAAAAAAAAAAAAAAAAAAAAAAAAAAAAAAAAAAAAAAAAAAAAAAA">
                                      <p:cBhvr>
                                        <p:cTn id="40" dur="1750" fill="hold"/>
                                        <p:tgtEl>
                                          <p:spTgt spid="11"/>
                                        </p:tgtEl>
                                        <p:attrNameLst>
                                          <p:attrName>ppt_x</p:attrName>
                                          <p:attrName>ppt_y</p:attrName>
                                        </p:attrNameLst>
                                      </p:cBhvr>
                                    </p:animMotion>
                                  </p:childTnLst>
                                </p:cTn>
                              </p:par>
                            </p:childTnLst>
                          </p:cTn>
                        </p:par>
                        <p:par>
                          <p:cTn id="41" fill="hold">
                            <p:stCondLst>
                              <p:cond delay="10250"/>
                            </p:stCondLst>
                            <p:childTnLst>
                              <p:par>
                                <p:cTn id="42" presetID="1"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childTnLst>
                                </p:cTn>
                              </p:par>
                            </p:childTnLst>
                          </p:cTn>
                        </p:par>
                        <p:par>
                          <p:cTn id="44" fill="hold">
                            <p:stCondLst>
                              <p:cond delay="10250"/>
                            </p:stCondLst>
                            <p:childTnLst>
                              <p:par>
                                <p:cTn id="45" presetID="6" presetClass="emph" presetSubtype="0" fill="hold" grpId="1" nodeType="afterEffect">
                                  <p:stCondLst>
                                    <p:cond delay="0"/>
                                  </p:stCondLst>
                                  <p:childTnLst>
                                    <p:animScale>
                                      <p:cBhvr>
                                        <p:cTn id="46" dur="2000" fill="hold"/>
                                        <p:tgtEl>
                                          <p:spTgt spid="12"/>
                                        </p:tgtEl>
                                      </p:cBhvr>
                                      <p:by x="666000" y="666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2" grpId="0"/>
      <p:bldP spid="12" grpId="1"/>
      <p:bldP spid="5" grpId="0"/>
      <p:bldP spid="5" grpId="1"/>
      <p:bldP spid="5" grpId="2"/>
      <p:bldP spid="5" grpId="3"/>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pic>
        <p:nvPicPr>
          <p:cNvPr id="5" name="studio_video_169806583495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rotWithShape="1">
          <a:blip r:embed="rId6"/>
          <a:srcRect l="9970" t="4941" r="10271" b="4898"/>
          <a:stretch>
            <a:fillRect/>
          </a:stretch>
        </p:blipFill>
        <p:spPr>
          <a:xfrm>
            <a:off x="0" y="-1"/>
            <a:ext cx="12192000" cy="6891131"/>
          </a:xfrm>
          <a:prstGeom prst="rect">
            <a:avLst/>
          </a:prstGeom>
        </p:spPr>
      </p:pic>
      <p:pic>
        <p:nvPicPr>
          <p:cNvPr id="4" name="予你">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11704637" y="6957498"/>
            <a:ext cx="487363" cy="48736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7000"/>
    </mc:Choice>
    <mc:Fallback xmlns="">
      <p:transition spd="slow" advTm="27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912" fill="hold"/>
                                        <p:tgtEl>
                                          <p:spTgt spid="5"/>
                                        </p:tgtEl>
                                      </p:cBhvr>
                                    </p:cmd>
                                  </p:childTnLst>
                                </p:cTn>
                              </p:par>
                              <p:par>
                                <p:cTn id="7" presetID="1" presetClass="mediacall" presetSubtype="0" fill="hold" nodeType="withEffect">
                                  <p:stCondLst>
                                    <p:cond delay="0"/>
                                  </p:stCondLst>
                                  <p:childTnLst>
                                    <p:cmd type="call" cmd="playFrom(0.0)">
                                      <p:cBhvr>
                                        <p:cTn id="8" dur="2901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9" fill="hold" display="0">
                  <p:stCondLst>
                    <p:cond delay="indefinite"/>
                  </p:stCondLst>
                </p:cTn>
                <p:tgtEl>
                  <p:spTgt spid="5"/>
                </p:tgtEl>
              </p:cMediaNode>
            </p:video>
            <p:seq concurrent="1" nextAc="seek">
              <p:cTn id="10" restart="whenNotActive" fill="hold" evtFilter="cancelBubble" nodeType="interactiveSeq">
                <p:stCondLst>
                  <p:cond evt="onClick" delay="0">
                    <p:tgtEl>
                      <p:spTgt spid="5"/>
                    </p:tgtEl>
                  </p:cond>
                </p:stCondLst>
                <p:endSync evt="end" delay="0">
                  <p:rtn val="all"/>
                </p:endSync>
                <p:childTnLst>
                  <p:par>
                    <p:cTn id="11" fill="hold">
                      <p:stCondLst>
                        <p:cond delay="0"/>
                      </p:stCondLst>
                      <p:childTnLst>
                        <p:par>
                          <p:cTn id="12" fill="hold">
                            <p:stCondLst>
                              <p:cond delay="0"/>
                            </p:stCondLst>
                            <p:childTnLst>
                              <p:par>
                                <p:cTn id="13" presetID="2" presetClass="mediacall" presetSubtype="0" fill="hold" nodeType="clickEffect">
                                  <p:stCondLst>
                                    <p:cond delay="0"/>
                                  </p:stCondLst>
                                  <p:childTnLst>
                                    <p:cmd type="call" cmd="togglePause">
                                      <p:cBhvr>
                                        <p:cTn id="14" dur="1" fill="hold"/>
                                        <p:tgtEl>
                                          <p:spTgt spid="5"/>
                                        </p:tgtEl>
                                      </p:cBhvr>
                                    </p:cmd>
                                  </p:childTnLst>
                                </p:cTn>
                              </p:par>
                            </p:childTnLst>
                          </p:cTn>
                        </p:par>
                      </p:childTnLst>
                    </p:cTn>
                  </p:par>
                </p:childTnLst>
              </p:cTn>
              <p:nextCondLst>
                <p:cond evt="onClick" delay="0">
                  <p:tgtEl>
                    <p:spTgt spid="5"/>
                  </p:tgtEl>
                </p:cond>
              </p:nextCondLst>
            </p:seq>
            <p:audio>
              <p:cMediaNode vol="100000" showWhenStopped="0">
                <p:cTn id="15" fill="hold" display="0">
                  <p:stCondLst>
                    <p:cond delay="indefinite"/>
                  </p:stCondLst>
                  <p:endCondLst>
                    <p:cond evt="onStopAudio" delay="0">
                      <p:tgtEl>
                        <p:sldTgt/>
                      </p:tgtEl>
                    </p:cond>
                  </p:endCondLst>
                </p:cTn>
                <p:tgtEl>
                  <p:spTgt spid="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标题 1"/>
          <p:cNvSpPr>
            <a:spLocks noGrp="1"/>
          </p:cNvSpPr>
          <p:nvPr>
            <p:ph type="title"/>
          </p:nvPr>
        </p:nvSpPr>
        <p:spPr/>
        <p:txBody>
          <a:bodyPr rtlCol="0">
            <a:normAutofit fontScale="90000"/>
          </a:bodyPr>
          <a:lstStyle/>
          <a:p>
            <a:pPr rtl="0"/>
            <a:r>
              <a:rPr lang="zh-CN" altLang="en-US" dirty="0">
                <a:latin typeface="Microsoft YaHei UI" panose="020B0503020204020204" pitchFamily="34" charset="-122"/>
                <a:ea typeface="Microsoft YaHei UI" panose="020B0503020204020204" pitchFamily="34" charset="-122"/>
              </a:rPr>
              <a:t>作用机制</a:t>
            </a:r>
          </a:p>
        </p:txBody>
      </p:sp>
      <p:sp>
        <p:nvSpPr>
          <p:cNvPr id="11" name="文本占位符 2"/>
          <p:cNvSpPr>
            <a:spLocks noGrp="1"/>
          </p:cNvSpPr>
          <p:nvPr>
            <p:ph type="body" idx="1"/>
          </p:nvPr>
        </p:nvSpPr>
        <p:spPr/>
        <p:txBody>
          <a:bodyPr rtlCol="0"/>
          <a:lstStyle/>
          <a:p>
            <a:pPr rtl="0"/>
            <a:r>
              <a:rPr lang="zh-CN" altLang="en-US" dirty="0">
                <a:solidFill>
                  <a:schemeClr val="tx1"/>
                </a:solidFill>
                <a:latin typeface="Microsoft YaHei UI" panose="020B0503020204020204" pitchFamily="34" charset="-122"/>
                <a:ea typeface="Microsoft YaHei UI" panose="020B0503020204020204" pitchFamily="34" charset="-122"/>
              </a:rPr>
              <a:t>为什么人们会出现投射效应？</a:t>
            </a:r>
          </a:p>
          <a:p>
            <a:pPr rtl="0"/>
            <a:r>
              <a:rPr lang="zh-CN" altLang="en-US" dirty="0">
                <a:latin typeface="Microsoft YaHei UI" panose="020B0503020204020204" pitchFamily="34" charset="-122"/>
                <a:ea typeface="Microsoft YaHei UI" panose="020B0503020204020204" pitchFamily="34" charset="-122"/>
              </a:rPr>
              <a:t>为什么人们会出现投射效应？</a:t>
            </a:r>
          </a:p>
        </p:txBody>
      </p:sp>
      <p:pic>
        <p:nvPicPr>
          <p:cNvPr id="32" name="图片占位符 31" descr="站在桌前讲话的人员。"/>
          <p:cNvPicPr>
            <a:picLocks noGrp="1" noChangeAspect="1"/>
          </p:cNvPicPr>
          <p:nvPr>
            <p:ph type="pic" sz="quarter" idx="13"/>
          </p:nvPr>
        </p:nvPicPr>
        <p:blipFill rotWithShape="1">
          <a:blip r:embed="rId3" cstate="screen">
            <a:grayscl/>
          </a:blip>
          <a:srcRect/>
          <a:stretch>
            <a:fillRect/>
          </a:stretch>
        </p:blipFill>
        <p:spPr>
          <a:xfrm flipH="1">
            <a:off x="4593262" y="0"/>
            <a:ext cx="7598736" cy="6858000"/>
          </a:xfr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p:txBody>
          <a:bodyPr rtlCol="0">
            <a:normAutofit/>
          </a:bodyPr>
          <a:lstStyle/>
          <a:p>
            <a:pPr rtl="0"/>
            <a:r>
              <a:rPr lang="zh-CN" altLang="zh-CN" sz="2400" dirty="0">
                <a:effectLst/>
                <a:latin typeface="MiSans regular" panose="00000500000000000000" pitchFamily="2" charset="-122"/>
                <a:ea typeface="MiSans regular" panose="00000500000000000000" pitchFamily="2" charset="-122"/>
                <a:cs typeface="Times New Roman" panose="02020603050405020304" pitchFamily="18" charset="0"/>
              </a:rPr>
              <a:t>自我中心主义倾向</a:t>
            </a:r>
            <a:endParaRPr lang="zh-CN" altLang="en-US" sz="2400" dirty="0">
              <a:latin typeface="MiSans regular" panose="00000500000000000000" pitchFamily="2" charset="-122"/>
              <a:ea typeface="MiSans regular" panose="00000500000000000000" pitchFamily="2" charset="-122"/>
            </a:endParaRPr>
          </a:p>
        </p:txBody>
      </p:sp>
      <p:sp>
        <p:nvSpPr>
          <p:cNvPr id="4" name="内容占位符 3"/>
          <p:cNvSpPr>
            <a:spLocks noGrp="1"/>
          </p:cNvSpPr>
          <p:nvPr>
            <p:ph sz="half" idx="2"/>
          </p:nvPr>
        </p:nvSpPr>
        <p:spPr/>
        <p:txBody>
          <a:bodyPr rtlCol="0">
            <a:normAutofit/>
          </a:bodyPr>
          <a:lstStyle/>
          <a:p>
            <a:pPr rtl="0"/>
            <a:r>
              <a:rPr lang="zh-CN" altLang="en-US" sz="3200" dirty="0">
                <a:latin typeface="Microsoft YaHei UI" panose="020B0503020204020204" pitchFamily="34" charset="-122"/>
                <a:ea typeface="Microsoft YaHei UI" panose="020B0503020204020204" pitchFamily="34" charset="-122"/>
              </a:rPr>
              <a:t>人们倾向于以自己的视角来观察和解释世界</a:t>
            </a:r>
          </a:p>
        </p:txBody>
      </p:sp>
      <p:sp>
        <p:nvSpPr>
          <p:cNvPr id="5" name="文本占位符 4"/>
          <p:cNvSpPr>
            <a:spLocks noGrp="1"/>
          </p:cNvSpPr>
          <p:nvPr>
            <p:ph type="body" idx="13"/>
          </p:nvPr>
        </p:nvSpPr>
        <p:spPr/>
        <p:txBody>
          <a:bodyPr rtlCol="0"/>
          <a:lstStyle/>
          <a:p>
            <a:r>
              <a:rPr lang="zh-CN" altLang="zh-CN" sz="2400" dirty="0">
                <a:latin typeface="MiSans regular" panose="00000500000000000000" pitchFamily="2" charset="-122"/>
                <a:ea typeface="MiSans regular" panose="00000500000000000000" pitchFamily="2" charset="-122"/>
                <a:cs typeface="Times New Roman" panose="02020603050405020304" pitchFamily="18" charset="0"/>
              </a:rPr>
              <a:t>认知失调</a:t>
            </a:r>
            <a:endParaRPr lang="zh-CN" altLang="en-US" sz="2400" dirty="0">
              <a:latin typeface="MiSans regular" panose="00000500000000000000" pitchFamily="2" charset="-122"/>
              <a:ea typeface="MiSans regular" panose="00000500000000000000" pitchFamily="2" charset="-122"/>
              <a:cs typeface="Times New Roman" panose="02020603050405020304" pitchFamily="18" charset="0"/>
            </a:endParaRPr>
          </a:p>
        </p:txBody>
      </p:sp>
      <p:sp>
        <p:nvSpPr>
          <p:cNvPr id="6" name="内容占位符 5"/>
          <p:cNvSpPr>
            <a:spLocks noGrp="1"/>
          </p:cNvSpPr>
          <p:nvPr>
            <p:ph sz="half" idx="14"/>
          </p:nvPr>
        </p:nvSpPr>
        <p:spPr>
          <a:xfrm>
            <a:off x="6799236" y="3154857"/>
            <a:ext cx="4639736" cy="2870009"/>
          </a:xfrm>
        </p:spPr>
        <p:txBody>
          <a:bodyPr rtlCol="0">
            <a:normAutofit/>
          </a:bodyPr>
          <a:lstStyle/>
          <a:p>
            <a:pPr rtl="0"/>
            <a:r>
              <a:rPr lang="zh-CN" altLang="en-US" sz="3200" dirty="0">
                <a:latin typeface="Microsoft YaHei UI" panose="020B0503020204020204" pitchFamily="34" charset="-122"/>
                <a:ea typeface="Microsoft YaHei UI" panose="020B0503020204020204" pitchFamily="34" charset="-122"/>
              </a:rPr>
              <a:t>当人们意识到自己持有相互矛盾的观点或行为时，会尝试调整这些观点和行为以保持内心的和谐一致。</a:t>
            </a:r>
          </a:p>
        </p:txBody>
      </p:sp>
      <p:sp>
        <p:nvSpPr>
          <p:cNvPr id="2" name="标题 1"/>
          <p:cNvSpPr>
            <a:spLocks noGrp="1"/>
          </p:cNvSpPr>
          <p:nvPr>
            <p:ph type="title"/>
          </p:nvPr>
        </p:nvSpPr>
        <p:spPr/>
        <p:txBody>
          <a:bodyPr rtlCol="0"/>
          <a:lstStyle/>
          <a:p>
            <a:pPr rtl="0"/>
            <a:r>
              <a:rPr lang="zh-CN" altLang="en-US" dirty="0">
                <a:latin typeface="方正姚体" panose="02010601030101010101" pitchFamily="2" charset="-122"/>
                <a:ea typeface="方正姚体" panose="02010601030101010101" pitchFamily="2" charset="-122"/>
              </a:rPr>
              <a:t>两种看法</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descr="占位符日程表&#10;"/>
          <p:cNvGraphicFramePr>
            <a:graphicFrameLocks noGrp="1"/>
          </p:cNvGraphicFramePr>
          <p:nvPr>
            <p:ph idx="1"/>
          </p:nvPr>
        </p:nvGraphicFramePr>
        <p:xfrm>
          <a:off x="931863" y="2030413"/>
          <a:ext cx="10453687" cy="39338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标题 1"/>
          <p:cNvSpPr>
            <a:spLocks noGrp="1"/>
          </p:cNvSpPr>
          <p:nvPr>
            <p:ph type="title"/>
          </p:nvPr>
        </p:nvSpPr>
        <p:spPr/>
        <p:txBody>
          <a:bodyPr rtlCol="0">
            <a:normAutofit/>
          </a:bodyPr>
          <a:lstStyle/>
          <a:p>
            <a:pPr rtl="0"/>
            <a:r>
              <a:rPr lang="zh-CN" altLang="zh-CN" sz="2800" b="1" dirty="0">
                <a:effectLst/>
                <a:latin typeface="神仙Guka" panose="02010600010101010101" pitchFamily="2" charset="-122"/>
                <a:ea typeface="神仙Guka" panose="02010600010101010101" pitchFamily="2" charset="-122"/>
                <a:cs typeface="Times New Roman" panose="02020603050405020304" pitchFamily="18" charset="0"/>
              </a:rPr>
              <a:t>表现形式：在同性恋情境下，可能存在以下</a:t>
            </a:r>
            <a:r>
              <a:rPr lang="zh-CN" altLang="zh-CN" sz="2400" b="1" dirty="0">
                <a:effectLst/>
                <a:latin typeface="神仙Guka" panose="02010600010101010101" pitchFamily="2" charset="-122"/>
                <a:ea typeface="神仙Guka" panose="02010600010101010101" pitchFamily="2" charset="-122"/>
                <a:cs typeface="Times New Roman" panose="02020603050405020304" pitchFamily="18" charset="0"/>
              </a:rPr>
              <a:t>几</a:t>
            </a:r>
            <a:r>
              <a:rPr lang="zh-CN" altLang="zh-CN" sz="2800" b="1" dirty="0">
                <a:effectLst/>
                <a:latin typeface="神仙Guka" panose="02010600010101010101" pitchFamily="2" charset="-122"/>
                <a:ea typeface="神仙Guka" panose="02010600010101010101" pitchFamily="2" charset="-122"/>
                <a:cs typeface="Times New Roman" panose="02020603050405020304" pitchFamily="18" charset="0"/>
              </a:rPr>
              <a:t>种形式的投射效应</a:t>
            </a:r>
            <a:endParaRPr lang="zh-CN" altLang="en-US" sz="2800" b="1" dirty="0">
              <a:latin typeface="神仙Guka" panose="02010600010101010101" pitchFamily="2" charset="-122"/>
              <a:ea typeface="神仙Guka" panose="02010600010101010101"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descr="占位符日程表&#10;"/>
          <p:cNvGraphicFramePr>
            <a:graphicFrameLocks noGrp="1"/>
          </p:cNvGraphicFramePr>
          <p:nvPr>
            <p:ph idx="1"/>
          </p:nvPr>
        </p:nvGraphicFramePr>
        <p:xfrm>
          <a:off x="931863" y="2030413"/>
          <a:ext cx="10453687" cy="39338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标题 1"/>
          <p:cNvSpPr>
            <a:spLocks noGrp="1"/>
          </p:cNvSpPr>
          <p:nvPr>
            <p:ph type="title"/>
          </p:nvPr>
        </p:nvSpPr>
        <p:spPr/>
        <p:txBody>
          <a:bodyPr rtlCol="0">
            <a:normAutofit/>
          </a:bodyPr>
          <a:lstStyle/>
          <a:p>
            <a:pPr rtl="0"/>
            <a:r>
              <a:rPr lang="zh-CN" altLang="en-US" sz="2800" b="1" dirty="0">
                <a:effectLst/>
                <a:latin typeface="微软雅黑 Light" panose="020B0502040204020203" pitchFamily="34" charset="-122"/>
                <a:ea typeface="微软雅黑 Light" panose="020B0502040204020203" pitchFamily="34" charset="-122"/>
                <a:cs typeface="Times New Roman" panose="02020603050405020304" pitchFamily="18" charset="0"/>
              </a:rPr>
              <a:t>在同性恋情境下的投射效应可能源于以下几个方面的原因：</a:t>
            </a:r>
          </a:p>
        </p:txBody>
      </p:sp>
    </p:spTree>
  </p:cSld>
  <p:clrMapOvr>
    <a:masterClrMapping/>
  </p:clrMapOvr>
  <mc:AlternateContent xmlns:mc="http://schemas.openxmlformats.org/markup-compatibility/2006" xmlns:p14="http://schemas.microsoft.com/office/powerpoint/2010/main">
    <mc:Choice Requires="p14">
      <p:transition spd="slow" p14:dur="1250">
        <p:randomBar dir="vert"/>
      </p:transition>
    </mc:Choice>
    <mc:Fallback xmlns="">
      <p:transition spd="slow">
        <p:randomBar dir="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32329" y="2031121"/>
            <a:ext cx="3561013" cy="3933150"/>
          </a:xfrm>
        </p:spPr>
        <p:txBody>
          <a:bodyPr rtlCol="0">
            <a:normAutofit lnSpcReduction="10000"/>
          </a:bodyPr>
          <a:lstStyle/>
          <a:p>
            <a:pPr rtl="0"/>
            <a:r>
              <a:rPr lang="zh-CN" altLang="en-US" dirty="0">
                <a:latin typeface="Microsoft YaHei UI" panose="020B0503020204020204" pitchFamily="34" charset="-122"/>
                <a:ea typeface="Microsoft YaHei UI" panose="020B0503020204020204" pitchFamily="34" charset="-122"/>
              </a:rPr>
              <a:t>一、自我认知的偏差：情感投射效应可能导致人们对自我的认知出现偏差。例如，一个同性恋者可能会认为自己是异类，并将这种观念投射到其他人身上，认为其他人也会认为自己是异类。这可能会导致他们产生自卑、焦虑等负面情绪。同时，情感投射效应也可能导致同性恋者对自我的接受程度降低，从而影响他们的心理健康和生活质量。</a:t>
            </a:r>
          </a:p>
          <a:p>
            <a:pPr rtl="0"/>
            <a:endParaRPr lang="zh-CN" altLang="en-US"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932330" y="893729"/>
            <a:ext cx="5311154" cy="910492"/>
          </a:xfrm>
        </p:spPr>
        <p:txBody>
          <a:bodyPr rtlCol="0">
            <a:normAutofit fontScale="90000"/>
          </a:bodyPr>
          <a:lstStyle/>
          <a:p>
            <a:pPr rtl="0"/>
            <a:r>
              <a:rPr lang="zh-CN" altLang="en-US" b="1" dirty="0">
                <a:latin typeface="神仙Guka" panose="02010600010101010101" pitchFamily="2" charset="-122"/>
                <a:ea typeface="神仙Guka" panose="02010600010101010101" pitchFamily="2" charset="-122"/>
              </a:rPr>
              <a:t>关</a:t>
            </a:r>
            <a:r>
              <a:rPr lang="zh-CN" altLang="en-US" dirty="0">
                <a:latin typeface="神仙Guka" panose="02010600010101010101" pitchFamily="2" charset="-122"/>
                <a:ea typeface="神仙Guka" panose="02010600010101010101" pitchFamily="2" charset="-122"/>
              </a:rPr>
              <a:t>于</a:t>
            </a:r>
            <a:r>
              <a:rPr lang="zh-CN" altLang="en-US" b="1" dirty="0">
                <a:latin typeface="神仙Guka" panose="02010600010101010101" pitchFamily="2" charset="-122"/>
                <a:ea typeface="神仙Guka" panose="02010600010101010101" pitchFamily="2" charset="-122"/>
              </a:rPr>
              <a:t>投射效应的影响</a:t>
            </a:r>
          </a:p>
        </p:txBody>
      </p:sp>
      <p:pic>
        <p:nvPicPr>
          <p:cNvPr id="20" name="图片占位符 19" descr="在查看桌子上的东西的人"/>
          <p:cNvPicPr>
            <a:picLocks noGrp="1" noChangeAspect="1"/>
          </p:cNvPicPr>
          <p:nvPr>
            <p:ph type="pic" sz="quarter" idx="13"/>
          </p:nvPr>
        </p:nvPicPr>
        <p:blipFill rotWithShape="1">
          <a:blip r:embed="rId3" cstate="screen">
            <a:grayscl/>
          </a:blip>
          <a:srcRect l="11145" t="9922" r="10867" b="16594"/>
          <a:stretch>
            <a:fillRect/>
          </a:stretch>
        </p:blipFill>
        <p:spPr>
          <a:xfrm>
            <a:off x="3727491" y="0"/>
            <a:ext cx="8464509" cy="6858000"/>
          </a:xfrm>
        </p:spPr>
      </p:pic>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32329" y="2031121"/>
            <a:ext cx="3561013" cy="3933150"/>
          </a:xfrm>
        </p:spPr>
        <p:txBody>
          <a:bodyPr rtlCol="0">
            <a:normAutofit lnSpcReduction="10000"/>
          </a:bodyPr>
          <a:lstStyle/>
          <a:p>
            <a:pPr rtl="0"/>
            <a:r>
              <a:rPr lang="zh-CN" altLang="en-US" dirty="0">
                <a:latin typeface="Microsoft YaHei UI" panose="020B0503020204020204" pitchFamily="34" charset="-122"/>
                <a:ea typeface="Microsoft YaHei UI" panose="020B0503020204020204" pitchFamily="34" charset="-122"/>
              </a:rPr>
              <a:t>二、社会交往的影响：情感投射效应也可能影响同性恋者的社会交往。例如，一个同性恋者可能会认为其他人也像自己一样喜欢同性，并将这种观念投射到他人身上。这可能会导致他们在社交场合中感到不安和紧张，从而影响他们的人际交往能力。同时，情感投射效应也可能导致同性恋者对异性恋者的排斥和偏见，从而影响他们的社交关系和社交满意度。</a:t>
            </a:r>
          </a:p>
        </p:txBody>
      </p:sp>
      <p:sp>
        <p:nvSpPr>
          <p:cNvPr id="2" name="标题 1"/>
          <p:cNvSpPr>
            <a:spLocks noGrp="1"/>
          </p:cNvSpPr>
          <p:nvPr>
            <p:ph type="title"/>
          </p:nvPr>
        </p:nvSpPr>
        <p:spPr>
          <a:xfrm>
            <a:off x="932330" y="893729"/>
            <a:ext cx="5311154" cy="910492"/>
          </a:xfrm>
        </p:spPr>
        <p:txBody>
          <a:bodyPr rtlCol="0">
            <a:normAutofit fontScale="90000"/>
          </a:bodyPr>
          <a:lstStyle/>
          <a:p>
            <a:pPr rtl="0"/>
            <a:r>
              <a:rPr lang="zh-CN" altLang="en-US" b="1" dirty="0">
                <a:latin typeface="神仙Guka" panose="02010600010101010101" pitchFamily="2" charset="-122"/>
                <a:ea typeface="神仙Guka" panose="02010600010101010101" pitchFamily="2" charset="-122"/>
              </a:rPr>
              <a:t>关</a:t>
            </a:r>
            <a:r>
              <a:rPr lang="zh-CN" altLang="en-US" dirty="0">
                <a:latin typeface="神仙Guka" panose="02010600010101010101" pitchFamily="2" charset="-122"/>
                <a:ea typeface="神仙Guka" panose="02010600010101010101" pitchFamily="2" charset="-122"/>
              </a:rPr>
              <a:t>于</a:t>
            </a:r>
            <a:r>
              <a:rPr lang="zh-CN" altLang="en-US" b="1" dirty="0">
                <a:latin typeface="神仙Guka" panose="02010600010101010101" pitchFamily="2" charset="-122"/>
                <a:ea typeface="神仙Guka" panose="02010600010101010101" pitchFamily="2" charset="-122"/>
              </a:rPr>
              <a:t>投射效应的影响</a:t>
            </a:r>
          </a:p>
        </p:txBody>
      </p:sp>
      <p:pic>
        <p:nvPicPr>
          <p:cNvPr id="20" name="图片占位符 19" descr="在查看桌子上的东西的人"/>
          <p:cNvPicPr>
            <a:picLocks noGrp="1" noChangeAspect="1"/>
          </p:cNvPicPr>
          <p:nvPr>
            <p:ph type="pic" sz="quarter" idx="13"/>
          </p:nvPr>
        </p:nvPicPr>
        <p:blipFill rotWithShape="1">
          <a:blip r:embed="rId3" cstate="screen">
            <a:grayscl/>
          </a:blip>
          <a:srcRect l="11145" t="9922" r="10867" b="16594"/>
          <a:stretch>
            <a:fillRect/>
          </a:stretch>
        </p:blipFill>
        <p:spPr>
          <a:xfrm>
            <a:off x="3727491" y="0"/>
            <a:ext cx="8464509" cy="6858000"/>
          </a:xfr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32329" y="2031121"/>
            <a:ext cx="3561013" cy="3933150"/>
          </a:xfrm>
        </p:spPr>
        <p:txBody>
          <a:bodyPr rtlCol="0">
            <a:normAutofit fontScale="92500" lnSpcReduction="10000"/>
          </a:bodyPr>
          <a:lstStyle/>
          <a:p>
            <a:pPr rtl="0"/>
            <a:r>
              <a:rPr lang="zh-CN" altLang="en-US" dirty="0">
                <a:latin typeface="Microsoft YaHei UI" panose="020B0503020204020204" pitchFamily="34" charset="-122"/>
                <a:ea typeface="Microsoft YaHei UI" panose="020B0503020204020204" pitchFamily="34" charset="-122"/>
              </a:rPr>
              <a:t>三、亲密关系的建立：情感投射效应也可能影响同性恋者建立亲密关系的能力。例如，一个同性恋者可能会认为自己没有机会建立长期的恋爱关系或婚姻家庭生活，并将这种观念投射到他人身上。这可能会导致他们在追求爱情时缺乏自信和勇气，从而影响他们的恋爱成功率和生活满意度。同时，情感投射效应也可能导致同性恋者在恋爱关系中产生不信任感和不安全感，从而影响他们的亲密关系质量。</a:t>
            </a:r>
          </a:p>
        </p:txBody>
      </p:sp>
      <p:sp>
        <p:nvSpPr>
          <p:cNvPr id="2" name="标题 1"/>
          <p:cNvSpPr>
            <a:spLocks noGrp="1"/>
          </p:cNvSpPr>
          <p:nvPr>
            <p:ph type="title"/>
          </p:nvPr>
        </p:nvSpPr>
        <p:spPr>
          <a:xfrm>
            <a:off x="932330" y="893729"/>
            <a:ext cx="5311154" cy="910492"/>
          </a:xfrm>
        </p:spPr>
        <p:txBody>
          <a:bodyPr rtlCol="0">
            <a:normAutofit fontScale="90000"/>
          </a:bodyPr>
          <a:lstStyle/>
          <a:p>
            <a:pPr rtl="0"/>
            <a:r>
              <a:rPr lang="zh-CN" altLang="en-US" b="1" dirty="0">
                <a:latin typeface="神仙Guka" panose="02010600010101010101" pitchFamily="2" charset="-122"/>
                <a:ea typeface="神仙Guka" panose="02010600010101010101" pitchFamily="2" charset="-122"/>
              </a:rPr>
              <a:t>关</a:t>
            </a:r>
            <a:r>
              <a:rPr lang="zh-CN" altLang="en-US" dirty="0">
                <a:latin typeface="神仙Guka" panose="02010600010101010101" pitchFamily="2" charset="-122"/>
                <a:ea typeface="神仙Guka" panose="02010600010101010101" pitchFamily="2" charset="-122"/>
              </a:rPr>
              <a:t>于</a:t>
            </a:r>
            <a:r>
              <a:rPr lang="zh-CN" altLang="en-US" b="1" dirty="0">
                <a:latin typeface="神仙Guka" panose="02010600010101010101" pitchFamily="2" charset="-122"/>
                <a:ea typeface="神仙Guka" panose="02010600010101010101" pitchFamily="2" charset="-122"/>
              </a:rPr>
              <a:t>投射效应的影响</a:t>
            </a:r>
          </a:p>
        </p:txBody>
      </p:sp>
      <p:pic>
        <p:nvPicPr>
          <p:cNvPr id="20" name="图片占位符 19" descr="在查看桌子上的东西的人"/>
          <p:cNvPicPr>
            <a:picLocks noGrp="1" noChangeAspect="1"/>
          </p:cNvPicPr>
          <p:nvPr>
            <p:ph type="pic" sz="quarter" idx="13"/>
          </p:nvPr>
        </p:nvPicPr>
        <p:blipFill rotWithShape="1">
          <a:blip r:embed="rId3" cstate="screen">
            <a:grayscl/>
          </a:blip>
          <a:srcRect l="11145" t="9922" r="10867" b="16594"/>
          <a:stretch>
            <a:fillRect/>
          </a:stretch>
        </p:blipFill>
        <p:spPr>
          <a:xfrm>
            <a:off x="3727491" y="0"/>
            <a:ext cx="8464509" cy="6858000"/>
          </a:xfr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rtlCol="0"/>
          <a:lstStyle/>
          <a:p>
            <a:pPr rtl="0"/>
            <a:r>
              <a:rPr lang="zh-CN" altLang="en-US" dirty="0">
                <a:latin typeface="Microsoft YaHei UI" panose="020B0503020204020204" pitchFamily="34" charset="-122"/>
                <a:ea typeface="Microsoft YaHei UI" panose="020B0503020204020204" pitchFamily="34" charset="-122"/>
              </a:rPr>
              <a:t>综上所述，情感投射效应与同性恋之间存在着复杂的关系。这种心理现象可能导致自我认知的偏差、社会交往的影响和亲密关系的建立等方面的问题。因此，对于同性恋群体来说，认识并克服情感投射效应的影响是非常重要的。只有正确认识自己、接纳自己并与他人建立良好的人际关系和亲密关系，才能实现身心健康和生活质量的提升</a:t>
            </a:r>
          </a:p>
        </p:txBody>
      </p:sp>
      <p:sp>
        <p:nvSpPr>
          <p:cNvPr id="2" name="标题 1"/>
          <p:cNvSpPr>
            <a:spLocks noGrp="1"/>
          </p:cNvSpPr>
          <p:nvPr>
            <p:ph type="title"/>
          </p:nvPr>
        </p:nvSpPr>
        <p:spPr/>
        <p:txBody>
          <a:bodyPr rtlCol="0"/>
          <a:lstStyle/>
          <a:p>
            <a:pPr rtl="0"/>
            <a:r>
              <a:rPr lang="zh-CN" altLang="en-US" dirty="0">
                <a:latin typeface="方正准圆简体" panose="03000509000000000000" pitchFamily="65" charset="-122"/>
                <a:ea typeface="方正准圆简体" panose="03000509000000000000" pitchFamily="65" charset="-122"/>
              </a:rPr>
              <a:t>小结</a:t>
            </a:r>
          </a:p>
        </p:txBody>
      </p:sp>
      <p:pic>
        <p:nvPicPr>
          <p:cNvPr id="22" name="图片占位符 21" descr="一群人站在房间的画架旁"/>
          <p:cNvPicPr>
            <a:picLocks noGrp="1" noChangeAspect="1"/>
          </p:cNvPicPr>
          <p:nvPr>
            <p:ph type="pic" sz="quarter" idx="13"/>
          </p:nvPr>
        </p:nvPicPr>
        <p:blipFill rotWithShape="1">
          <a:blip r:embed="rId3" cstate="screen">
            <a:grayscl/>
          </a:blip>
          <a:srcRect l="113" r="113"/>
          <a:stretch>
            <a:fillRect/>
          </a:stretch>
        </p:blipFill>
        <p:spPr>
          <a:xfrm>
            <a:off x="413824" y="483782"/>
            <a:ext cx="11365992" cy="2457856"/>
          </a:xfrm>
        </p:spPr>
      </p:pic>
    </p:spTree>
  </p:cSld>
  <p:clrMapOvr>
    <a:masterClrMapping/>
  </p:clrMapOvr>
  <p:transition spd="slow">
    <p:wheel spokes="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
          <p:cNvSpPr/>
          <p:nvPr/>
        </p:nvSpPr>
        <p:spPr>
          <a:xfrm>
            <a:off x="6882580" y="1256977"/>
            <a:ext cx="4483509" cy="1394845"/>
          </a:xfrm>
          <a:custGeom>
            <a:avLst/>
            <a:gdLst>
              <a:gd name="connsiteX0" fmla="*/ 0 w 2324742"/>
              <a:gd name="connsiteY0" fmla="*/ 0 h 1394845"/>
              <a:gd name="connsiteX1" fmla="*/ 2324742 w 2324742"/>
              <a:gd name="connsiteY1" fmla="*/ 0 h 1394845"/>
              <a:gd name="connsiteX2" fmla="*/ 2324742 w 2324742"/>
              <a:gd name="connsiteY2" fmla="*/ 1394845 h 1394845"/>
              <a:gd name="connsiteX3" fmla="*/ 0 w 2324742"/>
              <a:gd name="connsiteY3" fmla="*/ 1394845 h 1394845"/>
              <a:gd name="connsiteX4" fmla="*/ 0 w 2324742"/>
              <a:gd name="connsiteY4" fmla="*/ 0 h 139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742" h="1394845">
                <a:moveTo>
                  <a:pt x="0" y="0"/>
                </a:moveTo>
                <a:lnTo>
                  <a:pt x="2324742" y="0"/>
                </a:lnTo>
                <a:lnTo>
                  <a:pt x="2324742" y="1394845"/>
                </a:lnTo>
                <a:lnTo>
                  <a:pt x="0" y="1394845"/>
                </a:lnTo>
                <a:lnTo>
                  <a:pt x="0" y="0"/>
                </a:lnTo>
                <a:close/>
              </a:path>
            </a:pathLst>
          </a:custGeom>
          <a:noFill/>
          <a:ln>
            <a:solidFill>
              <a:schemeClr val="accent1"/>
            </a:solidFill>
            <a:prstDash val="lgDash"/>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rtlCol="0" anchor="ctr" anchorCtr="0">
            <a:noAutofit/>
          </a:bodyPr>
          <a:lstStyle/>
          <a:p>
            <a:pPr marL="0" lvl="0" indent="0" algn="ctr" defTabSz="711200" rtl="0">
              <a:lnSpc>
                <a:spcPct val="90000"/>
              </a:lnSpc>
              <a:spcBef>
                <a:spcPct val="0"/>
              </a:spcBef>
              <a:spcAft>
                <a:spcPct val="35000"/>
              </a:spcAft>
              <a:buNone/>
            </a:pPr>
            <a:r>
              <a:rPr lang="zh-CN" altLang="en-US" sz="2800" kern="1200" noProof="0" dirty="0">
                <a:solidFill>
                  <a:schemeClr val="tx1"/>
                </a:solidFill>
                <a:latin typeface="腾讯体" panose="02010600010101010101" pitchFamily="2" charset="-122"/>
                <a:ea typeface="腾讯体" panose="02010600010101010101" pitchFamily="2" charset="-122"/>
              </a:rPr>
              <a:t>如何避免因为投射效应</a:t>
            </a:r>
            <a:endParaRPr lang="en-US" altLang="zh-CN" sz="2800" kern="1200" noProof="0" dirty="0">
              <a:solidFill>
                <a:schemeClr val="tx1"/>
              </a:solidFill>
              <a:latin typeface="腾讯体" panose="02010600010101010101" pitchFamily="2" charset="-122"/>
              <a:ea typeface="腾讯体" panose="02010600010101010101" pitchFamily="2" charset="-122"/>
            </a:endParaRPr>
          </a:p>
          <a:p>
            <a:pPr marL="0" lvl="0" indent="0" algn="ctr" defTabSz="711200" rtl="0">
              <a:lnSpc>
                <a:spcPct val="90000"/>
              </a:lnSpc>
              <a:spcBef>
                <a:spcPct val="0"/>
              </a:spcBef>
              <a:spcAft>
                <a:spcPct val="35000"/>
              </a:spcAft>
              <a:buNone/>
            </a:pPr>
            <a:r>
              <a:rPr lang="zh-CN" altLang="en-US" sz="2800" kern="1200" noProof="0" dirty="0">
                <a:solidFill>
                  <a:schemeClr val="tx1"/>
                </a:solidFill>
                <a:latin typeface="腾讯体" panose="02010600010101010101" pitchFamily="2" charset="-122"/>
                <a:ea typeface="腾讯体" panose="02010600010101010101" pitchFamily="2" charset="-122"/>
              </a:rPr>
              <a:t>导致的误解和偏见的建议</a:t>
            </a:r>
            <a:endParaRPr lang="en-US" altLang="zh-CN" sz="2800" kern="1200" noProof="0" dirty="0">
              <a:solidFill>
                <a:schemeClr val="tx1"/>
              </a:solidFill>
              <a:latin typeface="腾讯体" panose="02010600010101010101" pitchFamily="2" charset="-122"/>
              <a:ea typeface="腾讯体" panose="02010600010101010101" pitchFamily="2" charset="-122"/>
            </a:endParaRPr>
          </a:p>
        </p:txBody>
      </p:sp>
      <p:sp>
        <p:nvSpPr>
          <p:cNvPr id="5" name="任意多边形: 形状 4"/>
          <p:cNvSpPr/>
          <p:nvPr/>
        </p:nvSpPr>
        <p:spPr>
          <a:xfrm>
            <a:off x="5142272" y="3879533"/>
            <a:ext cx="2812577" cy="2154452"/>
          </a:xfrm>
          <a:custGeom>
            <a:avLst/>
            <a:gdLst>
              <a:gd name="connsiteX0" fmla="*/ 0 w 2324742"/>
              <a:gd name="connsiteY0" fmla="*/ 0 h 1394845"/>
              <a:gd name="connsiteX1" fmla="*/ 2324742 w 2324742"/>
              <a:gd name="connsiteY1" fmla="*/ 0 h 1394845"/>
              <a:gd name="connsiteX2" fmla="*/ 2324742 w 2324742"/>
              <a:gd name="connsiteY2" fmla="*/ 1394845 h 1394845"/>
              <a:gd name="connsiteX3" fmla="*/ 0 w 2324742"/>
              <a:gd name="connsiteY3" fmla="*/ 1394845 h 1394845"/>
              <a:gd name="connsiteX4" fmla="*/ 0 w 2324742"/>
              <a:gd name="connsiteY4" fmla="*/ 0 h 139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742" h="1394845">
                <a:moveTo>
                  <a:pt x="0" y="0"/>
                </a:moveTo>
                <a:lnTo>
                  <a:pt x="2324742" y="0"/>
                </a:lnTo>
                <a:lnTo>
                  <a:pt x="2324742" y="1394845"/>
                </a:lnTo>
                <a:lnTo>
                  <a:pt x="0" y="1394845"/>
                </a:lnTo>
                <a:lnTo>
                  <a:pt x="0" y="0"/>
                </a:lnTo>
                <a:close/>
              </a:path>
            </a:pathLst>
          </a:custGeom>
          <a:noFill/>
          <a:ln>
            <a:solidFill>
              <a:schemeClr val="accent1"/>
            </a:solidFill>
            <a:prstDash val="lgDash"/>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rtlCol="0" anchor="ctr" anchorCtr="0">
            <a:noAutofit/>
          </a:bodyPr>
          <a:lstStyle/>
          <a:p>
            <a:pPr marL="0" lvl="0" indent="0" algn="ctr" defTabSz="711200" rtl="0">
              <a:lnSpc>
                <a:spcPct val="90000"/>
              </a:lnSpc>
              <a:spcBef>
                <a:spcPct val="0"/>
              </a:spcBef>
              <a:spcAft>
                <a:spcPct val="35000"/>
              </a:spcAft>
              <a:buNone/>
            </a:pPr>
            <a:r>
              <a:rPr lang="en-US" altLang="zh-CN" sz="1600" kern="1200" noProof="0" dirty="0">
                <a:solidFill>
                  <a:schemeClr val="tx1"/>
                </a:solidFill>
                <a:latin typeface="Microsoft YaHei UI" panose="020B0503020204020204" pitchFamily="34" charset="-122"/>
                <a:ea typeface="Microsoft YaHei UI" panose="020B0503020204020204" pitchFamily="34" charset="-122"/>
              </a:rPr>
              <a:t>1.</a:t>
            </a:r>
            <a:r>
              <a:rPr lang="zh-CN" altLang="en-US" sz="1600" kern="1200" noProof="0" dirty="0">
                <a:solidFill>
                  <a:schemeClr val="tx1"/>
                </a:solidFill>
                <a:latin typeface="Microsoft YaHei UI" panose="020B0503020204020204" pitchFamily="34" charset="-122"/>
                <a:ea typeface="Microsoft YaHei UI" panose="020B0503020204020204" pitchFamily="34" charset="-122"/>
              </a:rPr>
              <a:t>增强对同性恋的了解：多了解关于同性恋的事实，如性取向的形成、同性伴侣的生活等，可以帮助人们认识到同性恋群体并不是一种神秘的存在，而是具有丰富多样性的正常人群。通过了解，可以有效地减少由于无知而产生的偏见和误解。</a:t>
            </a:r>
            <a:endParaRPr lang="en-US" altLang="zh-CN" sz="1600" kern="1200" noProof="0" dirty="0">
              <a:solidFill>
                <a:schemeClr val="tx1"/>
              </a:solidFill>
              <a:latin typeface="Microsoft YaHei UI" panose="020B0503020204020204" pitchFamily="34" charset="-122"/>
              <a:ea typeface="Microsoft YaHei UI" panose="020B0503020204020204" pitchFamily="34" charset="-122"/>
            </a:endParaRPr>
          </a:p>
        </p:txBody>
      </p:sp>
      <p:sp>
        <p:nvSpPr>
          <p:cNvPr id="6" name="标题 5"/>
          <p:cNvSpPr>
            <a:spLocks noGrp="1"/>
          </p:cNvSpPr>
          <p:nvPr>
            <p:ph type="title"/>
          </p:nvPr>
        </p:nvSpPr>
        <p:spPr/>
        <p:txBody>
          <a:bodyPr rtlCol="0"/>
          <a:lstStyle/>
          <a:p>
            <a:pPr rtl="0"/>
            <a:r>
              <a:rPr lang="zh-CN" altLang="en-US" dirty="0">
                <a:latin typeface="方正粗黑宋简体" panose="02000000000000000000" pitchFamily="2" charset="-122"/>
                <a:ea typeface="方正粗黑宋简体" panose="02000000000000000000" pitchFamily="2" charset="-122"/>
              </a:rPr>
              <a:t>重点总结</a:t>
            </a:r>
          </a:p>
        </p:txBody>
      </p:sp>
      <p:sp>
        <p:nvSpPr>
          <p:cNvPr id="11" name="任意多边形: 形状 10"/>
          <p:cNvSpPr/>
          <p:nvPr/>
        </p:nvSpPr>
        <p:spPr>
          <a:xfrm>
            <a:off x="8463490" y="3879533"/>
            <a:ext cx="2812577" cy="2154452"/>
          </a:xfrm>
          <a:custGeom>
            <a:avLst/>
            <a:gdLst>
              <a:gd name="connsiteX0" fmla="*/ 0 w 2324742"/>
              <a:gd name="connsiteY0" fmla="*/ 0 h 1394845"/>
              <a:gd name="connsiteX1" fmla="*/ 2324742 w 2324742"/>
              <a:gd name="connsiteY1" fmla="*/ 0 h 1394845"/>
              <a:gd name="connsiteX2" fmla="*/ 2324742 w 2324742"/>
              <a:gd name="connsiteY2" fmla="*/ 1394845 h 1394845"/>
              <a:gd name="connsiteX3" fmla="*/ 0 w 2324742"/>
              <a:gd name="connsiteY3" fmla="*/ 1394845 h 1394845"/>
              <a:gd name="connsiteX4" fmla="*/ 0 w 2324742"/>
              <a:gd name="connsiteY4" fmla="*/ 0 h 139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742" h="1394845">
                <a:moveTo>
                  <a:pt x="0" y="0"/>
                </a:moveTo>
                <a:lnTo>
                  <a:pt x="2324742" y="0"/>
                </a:lnTo>
                <a:lnTo>
                  <a:pt x="2324742" y="1394845"/>
                </a:lnTo>
                <a:lnTo>
                  <a:pt x="0" y="1394845"/>
                </a:lnTo>
                <a:lnTo>
                  <a:pt x="0" y="0"/>
                </a:lnTo>
                <a:close/>
              </a:path>
            </a:pathLst>
          </a:custGeom>
          <a:noFill/>
          <a:ln>
            <a:solidFill>
              <a:schemeClr val="accent1"/>
            </a:solidFill>
            <a:prstDash val="lgDash"/>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rtlCol="0" anchor="ctr" anchorCtr="0">
            <a:noAutofit/>
          </a:bodyPr>
          <a:lstStyle/>
          <a:p>
            <a:pPr marL="0" lvl="0" indent="0" algn="ctr" defTabSz="711200" rtl="0">
              <a:lnSpc>
                <a:spcPct val="90000"/>
              </a:lnSpc>
              <a:spcBef>
                <a:spcPct val="0"/>
              </a:spcBef>
              <a:spcAft>
                <a:spcPct val="35000"/>
              </a:spcAft>
              <a:buNone/>
            </a:pPr>
            <a:r>
              <a:rPr lang="en-US" altLang="zh-CN" sz="1600" kern="1200" noProof="0" dirty="0">
                <a:solidFill>
                  <a:schemeClr val="tx1"/>
                </a:solidFill>
                <a:latin typeface="Microsoft YaHei UI" panose="020B0503020204020204" pitchFamily="34" charset="-122"/>
                <a:ea typeface="Microsoft YaHei UI" panose="020B0503020204020204" pitchFamily="34" charset="-122"/>
              </a:rPr>
              <a:t>2.</a:t>
            </a:r>
            <a:r>
              <a:rPr lang="zh-CN" altLang="en-US" sz="1600" kern="1200" noProof="0" dirty="0">
                <a:solidFill>
                  <a:schemeClr val="tx1"/>
                </a:solidFill>
                <a:latin typeface="Microsoft YaHei UI" panose="020B0503020204020204" pitchFamily="34" charset="-122"/>
                <a:ea typeface="Microsoft YaHei UI" panose="020B0503020204020204" pitchFamily="34" charset="-122"/>
              </a:rPr>
              <a:t>培养同理心：设身处地为他人着想，理解他人的处境和感受，有助于人们更客观地看待问题。在同性恋情境下，同理心可以帮助人们更好地理解同性恋者的经历和感受，从而减少因为缺乏了解而产生的偏见。</a:t>
            </a:r>
            <a:endParaRPr lang="en-US" altLang="zh-CN" sz="1600" kern="1200" noProof="0" dirty="0">
              <a:solidFill>
                <a:schemeClr val="tx1"/>
              </a:solidFill>
              <a:latin typeface="Microsoft YaHei UI" panose="020B0503020204020204" pitchFamily="34" charset="-122"/>
              <a:ea typeface="Microsoft YaHei U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
          <p:cNvSpPr/>
          <p:nvPr/>
        </p:nvSpPr>
        <p:spPr>
          <a:xfrm>
            <a:off x="6882580" y="1256977"/>
            <a:ext cx="4483509" cy="1394845"/>
          </a:xfrm>
          <a:custGeom>
            <a:avLst/>
            <a:gdLst>
              <a:gd name="connsiteX0" fmla="*/ 0 w 2324742"/>
              <a:gd name="connsiteY0" fmla="*/ 0 h 1394845"/>
              <a:gd name="connsiteX1" fmla="*/ 2324742 w 2324742"/>
              <a:gd name="connsiteY1" fmla="*/ 0 h 1394845"/>
              <a:gd name="connsiteX2" fmla="*/ 2324742 w 2324742"/>
              <a:gd name="connsiteY2" fmla="*/ 1394845 h 1394845"/>
              <a:gd name="connsiteX3" fmla="*/ 0 w 2324742"/>
              <a:gd name="connsiteY3" fmla="*/ 1394845 h 1394845"/>
              <a:gd name="connsiteX4" fmla="*/ 0 w 2324742"/>
              <a:gd name="connsiteY4" fmla="*/ 0 h 139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742" h="1394845">
                <a:moveTo>
                  <a:pt x="0" y="0"/>
                </a:moveTo>
                <a:lnTo>
                  <a:pt x="2324742" y="0"/>
                </a:lnTo>
                <a:lnTo>
                  <a:pt x="2324742" y="1394845"/>
                </a:lnTo>
                <a:lnTo>
                  <a:pt x="0" y="1394845"/>
                </a:lnTo>
                <a:lnTo>
                  <a:pt x="0" y="0"/>
                </a:lnTo>
                <a:close/>
              </a:path>
            </a:pathLst>
          </a:custGeom>
          <a:noFill/>
          <a:ln>
            <a:solidFill>
              <a:schemeClr val="accent1"/>
            </a:solidFill>
            <a:prstDash val="lgDash"/>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rtlCol="0" anchor="ctr" anchorCtr="0">
            <a:noAutofit/>
          </a:bodyPr>
          <a:lstStyle/>
          <a:p>
            <a:pPr algn="ctr" defTabSz="711200">
              <a:lnSpc>
                <a:spcPct val="90000"/>
              </a:lnSpc>
              <a:spcBef>
                <a:spcPct val="0"/>
              </a:spcBef>
              <a:spcAft>
                <a:spcPct val="35000"/>
              </a:spcAft>
            </a:pPr>
            <a:r>
              <a:rPr lang="en-US" altLang="zh-CN" sz="1600" dirty="0">
                <a:solidFill>
                  <a:schemeClr val="tx1"/>
                </a:solidFill>
                <a:latin typeface="Microsoft YaHei UI" panose="020B0503020204020204" pitchFamily="34" charset="-122"/>
                <a:ea typeface="Microsoft YaHei UI" panose="020B0503020204020204" pitchFamily="34" charset="-122"/>
              </a:rPr>
              <a:t>3.</a:t>
            </a:r>
            <a:r>
              <a:rPr lang="zh-CN" altLang="en-US" sz="1600" dirty="0">
                <a:solidFill>
                  <a:schemeClr val="tx1"/>
                </a:solidFill>
                <a:latin typeface="Microsoft YaHei UI" panose="020B0503020204020204" pitchFamily="34" charset="-122"/>
                <a:ea typeface="Microsoft YaHei UI" panose="020B0503020204020204" pitchFamily="34" charset="-122"/>
              </a:rPr>
              <a:t>保持开放心态：承认自己的认知局限，尊重他人的生活方式和生活选择。对于与自己不同的事物保持开放和好奇的心态，有助于人们跳出思维定势，避免陷入错误的认知陷阱。在同性恋情境下，开放心态可以帮助人们看到更多可能性，从而减少因为排斥异己而产生的误解和偏见。</a:t>
            </a:r>
            <a:endParaRPr lang="en-US" altLang="zh-CN" sz="1600" dirty="0">
              <a:solidFill>
                <a:schemeClr val="tx1"/>
              </a:solidFill>
              <a:latin typeface="Microsoft YaHei UI" panose="020B0503020204020204" pitchFamily="34" charset="-122"/>
              <a:ea typeface="Microsoft YaHei UI" panose="020B0503020204020204" pitchFamily="34" charset="-122"/>
            </a:endParaRPr>
          </a:p>
        </p:txBody>
      </p:sp>
      <p:sp>
        <p:nvSpPr>
          <p:cNvPr id="5" name="任意多边形: 形状 4"/>
          <p:cNvSpPr/>
          <p:nvPr/>
        </p:nvSpPr>
        <p:spPr>
          <a:xfrm>
            <a:off x="5142272" y="3500284"/>
            <a:ext cx="2812577" cy="2533701"/>
          </a:xfrm>
          <a:custGeom>
            <a:avLst/>
            <a:gdLst>
              <a:gd name="connsiteX0" fmla="*/ 0 w 2324742"/>
              <a:gd name="connsiteY0" fmla="*/ 0 h 1394845"/>
              <a:gd name="connsiteX1" fmla="*/ 2324742 w 2324742"/>
              <a:gd name="connsiteY1" fmla="*/ 0 h 1394845"/>
              <a:gd name="connsiteX2" fmla="*/ 2324742 w 2324742"/>
              <a:gd name="connsiteY2" fmla="*/ 1394845 h 1394845"/>
              <a:gd name="connsiteX3" fmla="*/ 0 w 2324742"/>
              <a:gd name="connsiteY3" fmla="*/ 1394845 h 1394845"/>
              <a:gd name="connsiteX4" fmla="*/ 0 w 2324742"/>
              <a:gd name="connsiteY4" fmla="*/ 0 h 139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742" h="1394845">
                <a:moveTo>
                  <a:pt x="0" y="0"/>
                </a:moveTo>
                <a:lnTo>
                  <a:pt x="2324742" y="0"/>
                </a:lnTo>
                <a:lnTo>
                  <a:pt x="2324742" y="1394845"/>
                </a:lnTo>
                <a:lnTo>
                  <a:pt x="0" y="1394845"/>
                </a:lnTo>
                <a:lnTo>
                  <a:pt x="0" y="0"/>
                </a:lnTo>
                <a:close/>
              </a:path>
            </a:pathLst>
          </a:custGeom>
          <a:noFill/>
          <a:ln>
            <a:solidFill>
              <a:schemeClr val="accent1"/>
            </a:solidFill>
            <a:prstDash val="lgDash"/>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rtlCol="0" anchor="ctr" anchorCtr="0">
            <a:noAutofit/>
          </a:bodyPr>
          <a:lstStyle/>
          <a:p>
            <a:pPr marL="0" lvl="0" indent="0" algn="ctr" defTabSz="711200" rtl="0">
              <a:lnSpc>
                <a:spcPct val="90000"/>
              </a:lnSpc>
              <a:spcBef>
                <a:spcPct val="0"/>
              </a:spcBef>
              <a:spcAft>
                <a:spcPct val="35000"/>
              </a:spcAft>
              <a:buNone/>
            </a:pPr>
            <a:r>
              <a:rPr lang="en-US" altLang="zh-CN" sz="1600" kern="1200" noProof="0" dirty="0">
                <a:solidFill>
                  <a:schemeClr val="tx1"/>
                </a:solidFill>
                <a:latin typeface="Microsoft YaHei UI" panose="020B0503020204020204" pitchFamily="34" charset="-122"/>
                <a:ea typeface="Microsoft YaHei UI" panose="020B0503020204020204" pitchFamily="34" charset="-122"/>
              </a:rPr>
              <a:t>4.</a:t>
            </a:r>
            <a:r>
              <a:rPr lang="zh-CN" altLang="en-US" sz="1600" kern="1200" noProof="0" dirty="0">
                <a:solidFill>
                  <a:schemeClr val="tx1"/>
                </a:solidFill>
                <a:latin typeface="Microsoft YaHei UI" panose="020B0503020204020204" pitchFamily="34" charset="-122"/>
                <a:ea typeface="Microsoft YaHei UI" panose="020B0503020204020204" pitchFamily="34" charset="-122"/>
              </a:rPr>
              <a:t>学会反思与自省：定期对自己的观念和行为进行反思和自省，检查是否存在不合理的假设或歧视性的态度。这样有助于及时纠正潜在的错误认知和不当行为，以避免对他人造成伤害。在同性恋情境下，反思自省可以帮助人们更好地了解自己的内心世界以及自己为什么会产生某些看法或行为反应。</a:t>
            </a:r>
            <a:endParaRPr lang="en-US" altLang="zh-CN" sz="1600" kern="1200" noProof="0" dirty="0">
              <a:solidFill>
                <a:schemeClr val="tx1"/>
              </a:solidFill>
              <a:latin typeface="Microsoft YaHei UI" panose="020B0503020204020204" pitchFamily="34" charset="-122"/>
              <a:ea typeface="Microsoft YaHei UI" panose="020B0503020204020204" pitchFamily="34" charset="-122"/>
            </a:endParaRPr>
          </a:p>
        </p:txBody>
      </p:sp>
      <p:sp>
        <p:nvSpPr>
          <p:cNvPr id="6" name="标题 5"/>
          <p:cNvSpPr>
            <a:spLocks noGrp="1"/>
          </p:cNvSpPr>
          <p:nvPr>
            <p:ph type="title"/>
          </p:nvPr>
        </p:nvSpPr>
        <p:spPr/>
        <p:txBody>
          <a:bodyPr rtlCol="0"/>
          <a:lstStyle/>
          <a:p>
            <a:pPr rtl="0"/>
            <a:r>
              <a:rPr lang="zh-CN" altLang="en-US" dirty="0">
                <a:latin typeface="方正粗黑宋简体" panose="02000000000000000000" pitchFamily="2" charset="-122"/>
                <a:ea typeface="方正粗黑宋简体" panose="02000000000000000000" pitchFamily="2" charset="-122"/>
              </a:rPr>
              <a:t>重点总结</a:t>
            </a:r>
          </a:p>
        </p:txBody>
      </p:sp>
      <p:sp>
        <p:nvSpPr>
          <p:cNvPr id="11" name="任意多边形: 形状 10"/>
          <p:cNvSpPr/>
          <p:nvPr/>
        </p:nvSpPr>
        <p:spPr>
          <a:xfrm>
            <a:off x="8463490" y="3500284"/>
            <a:ext cx="2812577" cy="2533701"/>
          </a:xfrm>
          <a:custGeom>
            <a:avLst/>
            <a:gdLst>
              <a:gd name="connsiteX0" fmla="*/ 0 w 2324742"/>
              <a:gd name="connsiteY0" fmla="*/ 0 h 1394845"/>
              <a:gd name="connsiteX1" fmla="*/ 2324742 w 2324742"/>
              <a:gd name="connsiteY1" fmla="*/ 0 h 1394845"/>
              <a:gd name="connsiteX2" fmla="*/ 2324742 w 2324742"/>
              <a:gd name="connsiteY2" fmla="*/ 1394845 h 1394845"/>
              <a:gd name="connsiteX3" fmla="*/ 0 w 2324742"/>
              <a:gd name="connsiteY3" fmla="*/ 1394845 h 1394845"/>
              <a:gd name="connsiteX4" fmla="*/ 0 w 2324742"/>
              <a:gd name="connsiteY4" fmla="*/ 0 h 139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742" h="1394845">
                <a:moveTo>
                  <a:pt x="0" y="0"/>
                </a:moveTo>
                <a:lnTo>
                  <a:pt x="2324742" y="0"/>
                </a:lnTo>
                <a:lnTo>
                  <a:pt x="2324742" y="1394845"/>
                </a:lnTo>
                <a:lnTo>
                  <a:pt x="0" y="1394845"/>
                </a:lnTo>
                <a:lnTo>
                  <a:pt x="0" y="0"/>
                </a:lnTo>
                <a:close/>
              </a:path>
            </a:pathLst>
          </a:custGeom>
          <a:noFill/>
          <a:ln>
            <a:solidFill>
              <a:schemeClr val="accent1"/>
            </a:solidFill>
            <a:prstDash val="lgDash"/>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0960" tIns="60960" rIns="60960" bIns="60960" numCol="1" spcCol="1270" rtlCol="0" anchor="ctr" anchorCtr="0">
            <a:noAutofit/>
          </a:bodyPr>
          <a:lstStyle/>
          <a:p>
            <a:pPr marL="0" lvl="0" indent="0" algn="ctr" defTabSz="711200" rtl="0">
              <a:lnSpc>
                <a:spcPct val="90000"/>
              </a:lnSpc>
              <a:spcBef>
                <a:spcPct val="0"/>
              </a:spcBef>
              <a:spcAft>
                <a:spcPct val="35000"/>
              </a:spcAft>
              <a:buNone/>
            </a:pPr>
            <a:r>
              <a:rPr lang="en-US" altLang="zh-CN" sz="1600" kern="1200" noProof="0" dirty="0">
                <a:solidFill>
                  <a:schemeClr val="tx1"/>
                </a:solidFill>
                <a:latin typeface="Microsoft YaHei UI" panose="020B0503020204020204" pitchFamily="34" charset="-122"/>
                <a:ea typeface="Microsoft YaHei UI" panose="020B0503020204020204" pitchFamily="34" charset="-122"/>
              </a:rPr>
              <a:t>5.</a:t>
            </a:r>
            <a:r>
              <a:rPr lang="zh-CN" altLang="en-US" sz="1600" kern="1200" noProof="0" dirty="0">
                <a:solidFill>
                  <a:schemeClr val="tx1"/>
                </a:solidFill>
                <a:latin typeface="Microsoft YaHei UI" panose="020B0503020204020204" pitchFamily="34" charset="-122"/>
                <a:ea typeface="Microsoft YaHei UI" panose="020B0503020204020204" pitchFamily="34" charset="-122"/>
              </a:rPr>
              <a:t>营造包容的社会环境：</a:t>
            </a:r>
            <a:endParaRPr lang="en-US" altLang="zh-CN" sz="1600" kern="1200" noProof="0" dirty="0">
              <a:solidFill>
                <a:schemeClr val="tx1"/>
              </a:solidFill>
              <a:latin typeface="Microsoft YaHei UI" panose="020B0503020204020204" pitchFamily="34" charset="-122"/>
              <a:ea typeface="Microsoft YaHei UI" panose="020B0503020204020204" pitchFamily="34" charset="-122"/>
            </a:endParaRPr>
          </a:p>
          <a:p>
            <a:pPr marL="0" lvl="0" indent="0" algn="ctr" defTabSz="711200" rtl="0">
              <a:lnSpc>
                <a:spcPct val="90000"/>
              </a:lnSpc>
              <a:spcBef>
                <a:spcPct val="0"/>
              </a:spcBef>
              <a:spcAft>
                <a:spcPct val="35000"/>
              </a:spcAft>
              <a:buNone/>
            </a:pPr>
            <a:r>
              <a:rPr lang="zh-CN" altLang="en-US" sz="1600" kern="1200" noProof="0" dirty="0">
                <a:solidFill>
                  <a:schemeClr val="tx1"/>
                </a:solidFill>
                <a:latin typeface="Microsoft YaHei UI" panose="020B0503020204020204" pitchFamily="34" charset="-122"/>
                <a:ea typeface="Microsoft YaHei UI" panose="020B0503020204020204" pitchFamily="34" charset="-122"/>
              </a:rPr>
              <a:t>每个人都可以在日常生活中为创造一个更加包容的社会环境做出贡献。通过倡导平等的价值观、尊重他人、不参与歧视性的言论和行为等方式，我们可以帮助他人感受到更多的理解和支持，从而减少因为社会压力而产生的对同性恋者的误解和偏见。</a:t>
            </a:r>
            <a:endParaRPr lang="en-US" altLang="zh-CN" sz="1600" kern="1200" noProof="0" dirty="0">
              <a:solidFill>
                <a:schemeClr val="tx1"/>
              </a:solidFill>
              <a:latin typeface="Microsoft YaHei UI" panose="020B0503020204020204" pitchFamily="34" charset="-122"/>
              <a:ea typeface="Microsoft YaHei U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32330" y="893729"/>
            <a:ext cx="4534616" cy="910492"/>
          </a:xfrm>
        </p:spPr>
        <p:txBody>
          <a:bodyPr rtlCol="0"/>
          <a:lstStyle/>
          <a:p>
            <a:pPr rtl="0"/>
            <a:r>
              <a:rPr lang="zh-CN" altLang="en-US" dirty="0">
                <a:latin typeface="Microsoft YaHei UI" panose="020B0503020204020204" pitchFamily="34" charset="-122"/>
                <a:ea typeface="Microsoft YaHei UI" panose="020B0503020204020204" pitchFamily="34" charset="-122"/>
              </a:rPr>
              <a:t>谢谢聆听</a:t>
            </a:r>
          </a:p>
        </p:txBody>
      </p:sp>
      <p:graphicFrame>
        <p:nvGraphicFramePr>
          <p:cNvPr id="8" name="内容占位符 2" descr="SmartArt 占位符 - 联系人列表"/>
          <p:cNvGraphicFramePr>
            <a:graphicFrameLocks noGrp="1"/>
          </p:cNvGraphicFramePr>
          <p:nvPr>
            <p:ph idx="1"/>
            <p:extLst>
              <p:ext uri="{D42A27DB-BD31-4B8C-83A1-F6EECF244321}">
                <p14:modId xmlns:p14="http://schemas.microsoft.com/office/powerpoint/2010/main" val="1582845496"/>
              </p:ext>
            </p:extLst>
          </p:nvPr>
        </p:nvGraphicFramePr>
        <p:xfrm>
          <a:off x="931459" y="2030413"/>
          <a:ext cx="4535487" cy="39338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图片占位符 10" descr="坐在起居室里的人。"/>
          <p:cNvPicPr>
            <a:picLocks noGrp="1" noChangeAspect="1"/>
          </p:cNvPicPr>
          <p:nvPr>
            <p:ph type="pic" sz="quarter" idx="13"/>
          </p:nvPr>
        </p:nvPicPr>
        <p:blipFill>
          <a:blip r:embed="rId8" cstate="screen">
            <a:grayscl/>
          </a:blip>
          <a:srcRect/>
          <a:stretch>
            <a:fillRect/>
          </a:stretch>
        </p:blipFill>
        <p:spPr/>
      </p:pic>
    </p:spTree>
  </p:cSld>
  <p:clrMapOvr>
    <a:masterClrMapping/>
  </p:clrMapOvr>
  <mc:AlternateContent xmlns:mc="http://schemas.openxmlformats.org/markup-compatibility/2006" xmlns:p14="http://schemas.microsoft.com/office/powerpoint/2010/main">
    <mc:Choice Requires="p14">
      <p:transition spd="slow" p14:dur="2000">
        <p:random/>
      </p:transition>
    </mc:Choice>
    <mc:Fallback xmlns="">
      <p:transition spd="slow">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2ba6631e-0d21-41e3-9cb9-aaca8afacf24"/>
  <p:tag name="COMMONDATA" val="eyJoZGlkIjoiNzExZTI0ODVlMzM4MzljNjZlOTJiZmYwNzVjZTBmN2IifQ=="/>
</p:tagLst>
</file>

<file path=ppt/theme/theme1.xml><?xml version="1.0" encoding="utf-8"?>
<a:theme xmlns:a="http://schemas.openxmlformats.org/drawingml/2006/main" name="RetrospectVTI">
  <a:themeElements>
    <a:clrScheme name="GOLD AND SILVER">
      <a:dk1>
        <a:srgbClr val="000000"/>
      </a:dk1>
      <a:lt1>
        <a:srgbClr val="FFFFFF"/>
      </a:lt1>
      <a:dk2>
        <a:srgbClr val="464646"/>
      </a:dk2>
      <a:lt2>
        <a:srgbClr val="FFFFFF"/>
      </a:lt2>
      <a:accent1>
        <a:srgbClr val="C4AE75"/>
      </a:accent1>
      <a:accent2>
        <a:srgbClr val="A9A9A9"/>
      </a:accent2>
      <a:accent3>
        <a:srgbClr val="5E5E5E"/>
      </a:accent3>
      <a:accent4>
        <a:srgbClr val="424242"/>
      </a:accent4>
      <a:accent5>
        <a:srgbClr val="212121"/>
      </a:accent5>
      <a:accent6>
        <a:srgbClr val="D5D5D5"/>
      </a:accent6>
      <a:hlink>
        <a:srgbClr val="C1AA73"/>
      </a:hlink>
      <a:folHlink>
        <a:srgbClr val="797979"/>
      </a:folHlink>
    </a:clrScheme>
    <a:fontScheme name="Garamond">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几何风格会议演示</Template>
  <TotalTime>39</TotalTime>
  <Words>1176</Words>
  <Application>Microsoft Office PowerPoint</Application>
  <PresentationFormat>宽屏</PresentationFormat>
  <Paragraphs>116</Paragraphs>
  <Slides>22</Slides>
  <Notes>19</Notes>
  <HiddenSlides>0</HiddenSlides>
  <MMClips>2</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22</vt:i4>
      </vt:variant>
    </vt:vector>
  </HeadingPairs>
  <TitlesOfParts>
    <vt:vector size="37" baseType="lpstr">
      <vt:lpstr>Microsoft YaHei UI</vt:lpstr>
      <vt:lpstr>等线</vt:lpstr>
      <vt:lpstr>方正粗黑宋简体</vt:lpstr>
      <vt:lpstr>方正舒体</vt:lpstr>
      <vt:lpstr>方正姚体</vt:lpstr>
      <vt:lpstr>方正准圆简体</vt:lpstr>
      <vt:lpstr>华文彩云</vt:lpstr>
      <vt:lpstr>萍方0</vt:lpstr>
      <vt:lpstr>神仙Guka</vt:lpstr>
      <vt:lpstr>宋体-PUA</vt:lpstr>
      <vt:lpstr>腾讯体</vt:lpstr>
      <vt:lpstr>微软雅黑 Light</vt:lpstr>
      <vt:lpstr>小米兰亭 Pro VF Regular</vt:lpstr>
      <vt:lpstr>张怀予</vt:lpstr>
      <vt:lpstr>RetrospectVTI</vt:lpstr>
      <vt:lpstr>PowerPoint 演示文稿</vt:lpstr>
      <vt:lpstr>引言</vt:lpstr>
      <vt:lpstr>定义</vt:lpstr>
      <vt:lpstr>概述</vt:lpstr>
      <vt:lpstr>“我爱你——是你给予了我光明、是你，在黑暗中拉着我的手向我展示外面的世界、是你，在我孤独胆怯的夜晚、一直握着我的手一直陪伴着我。是你，用一个吻告诉我自己一直以来不是一个人。我任性的从你那里获得了太多太多……所以，我爱你，因为，因为是你给了我一切。”  </vt:lpstr>
      <vt:lpstr>研究现状</vt:lpstr>
      <vt:lpstr>社会角度</vt:lpstr>
      <vt:lpstr>投射效应 心理研究</vt:lpstr>
      <vt:lpstr>相关研究</vt:lpstr>
      <vt:lpstr>PowerPoint 演示文稿</vt:lpstr>
      <vt:lpstr>PowerPoint 演示文稿</vt:lpstr>
      <vt:lpstr>作用机制</vt:lpstr>
      <vt:lpstr>两种看法</vt:lpstr>
      <vt:lpstr>表现形式：在同性恋情境下，可能存在以下几种形式的投射效应</vt:lpstr>
      <vt:lpstr>在同性恋情境下的投射效应可能源于以下几个方面的原因：</vt:lpstr>
      <vt:lpstr>关于投射效应的影响</vt:lpstr>
      <vt:lpstr>关于投射效应的影响</vt:lpstr>
      <vt:lpstr>关于投射效应的影响</vt:lpstr>
      <vt:lpstr>小结</vt:lpstr>
      <vt:lpstr>重点总结</vt:lpstr>
      <vt:lpstr>重点总结</vt:lpstr>
      <vt:lpstr>谢谢聆听</vt:lpstr>
    </vt:vector>
  </TitlesOfParts>
  <Company>云天明宇宙系统UCXN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情感 投射 效应</dc:title>
  <dc:creator>云天明宇宙系统</dc:creator>
  <cp:lastModifiedBy>云天明宇宙系统UCXN</cp:lastModifiedBy>
  <cp:revision>21</cp:revision>
  <dcterms:created xsi:type="dcterms:W3CDTF">2023-10-23T11:57:00Z</dcterms:created>
  <dcterms:modified xsi:type="dcterms:W3CDTF">2026-08-29T17:23:41Z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05C68710746F4DD58EFCC07AA6D8204C_12</vt:lpwstr>
  </property>
  <property fmtid="{D5CDD505-2E9C-101B-9397-08002B2CF9AE}" pid="3" name="KSOProductBuildVer">
    <vt:lpwstr>2052-11.1.0.14309</vt:lpwstr>
  </property>
</Properties>
</file>